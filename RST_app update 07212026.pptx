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0" r:id="rId2"/>
    <p:sldId id="281" r:id="rId3"/>
    <p:sldId id="303" r:id="rId4"/>
    <p:sldId id="305" r:id="rId5"/>
    <p:sldId id="306" r:id="rId6"/>
    <p:sldId id="304" r:id="rId7"/>
    <p:sldId id="276" r:id="rId8"/>
    <p:sldId id="307" r:id="rId9"/>
    <p:sldId id="309" r:id="rId10"/>
    <p:sldId id="310" r:id="rId11"/>
    <p:sldId id="308" r:id="rId12"/>
    <p:sldId id="312" r:id="rId13"/>
    <p:sldId id="311" r:id="rId14"/>
    <p:sldId id="299" r:id="rId15"/>
    <p:sldId id="301" r:id="rId16"/>
    <p:sldId id="30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ros, Arthur@Wildlife" userId="13f56b0b-3529-4413-b3c2-bd9e153a9954" providerId="ADAL" clId="{83F66843-D3E2-4209-914A-087BF0EB956C}"/>
    <pc:docChg chg="modSld">
      <pc:chgData name="Barros, Arthur@Wildlife" userId="13f56b0b-3529-4413-b3c2-bd9e153a9954" providerId="ADAL" clId="{83F66843-D3E2-4209-914A-087BF0EB956C}" dt="2026-07-21T14:24:36.487" v="78" actId="20577"/>
      <pc:docMkLst>
        <pc:docMk/>
      </pc:docMkLst>
      <pc:sldChg chg="modSp mod">
        <pc:chgData name="Barros, Arthur@Wildlife" userId="13f56b0b-3529-4413-b3c2-bd9e153a9954" providerId="ADAL" clId="{83F66843-D3E2-4209-914A-087BF0EB956C}" dt="2026-07-21T14:24:08.949" v="48" actId="6549"/>
        <pc:sldMkLst>
          <pc:docMk/>
          <pc:sldMk cId="2638691956" sldId="270"/>
        </pc:sldMkLst>
        <pc:spChg chg="mod">
          <ac:chgData name="Barros, Arthur@Wildlife" userId="13f56b0b-3529-4413-b3c2-bd9e153a9954" providerId="ADAL" clId="{83F66843-D3E2-4209-914A-087BF0EB956C}" dt="2026-07-21T14:24:08.949" v="48" actId="6549"/>
          <ac:spMkLst>
            <pc:docMk/>
            <pc:sldMk cId="2638691956" sldId="270"/>
            <ac:spMk id="2" creationId="{9439641B-5D2F-B0E9-1A5A-A2062A4786FC}"/>
          </ac:spMkLst>
        </pc:spChg>
        <pc:spChg chg="mod">
          <ac:chgData name="Barros, Arthur@Wildlife" userId="13f56b0b-3529-4413-b3c2-bd9e153a9954" providerId="ADAL" clId="{83F66843-D3E2-4209-914A-087BF0EB956C}" dt="2026-07-21T14:22:57.645" v="13" actId="20577"/>
          <ac:spMkLst>
            <pc:docMk/>
            <pc:sldMk cId="2638691956" sldId="270"/>
            <ac:spMk id="7" creationId="{8BE11D55-20E6-FF15-A042-C53183279989}"/>
          </ac:spMkLst>
        </pc:spChg>
      </pc:sldChg>
      <pc:sldChg chg="modSp mod">
        <pc:chgData name="Barros, Arthur@Wildlife" userId="13f56b0b-3529-4413-b3c2-bd9e153a9954" providerId="ADAL" clId="{83F66843-D3E2-4209-914A-087BF0EB956C}" dt="2026-07-21T14:24:36.487" v="78" actId="20577"/>
        <pc:sldMkLst>
          <pc:docMk/>
          <pc:sldMk cId="1615530763" sldId="281"/>
        </pc:sldMkLst>
        <pc:spChg chg="mod">
          <ac:chgData name="Barros, Arthur@Wildlife" userId="13f56b0b-3529-4413-b3c2-bd9e153a9954" providerId="ADAL" clId="{83F66843-D3E2-4209-914A-087BF0EB956C}" dt="2026-07-21T14:24:36.487" v="78" actId="20577"/>
          <ac:spMkLst>
            <pc:docMk/>
            <pc:sldMk cId="1615530763" sldId="281"/>
            <ac:spMk id="2" creationId="{BB0CE9E0-BADF-3898-7CF2-49A36036A131}"/>
          </ac:spMkLst>
        </pc:spChg>
      </pc:sldChg>
    </pc:docChg>
  </pc:docChgLst>
  <pc:docChgLst>
    <pc:chgData name="Barros, Arthur@Wildlife" userId="13f56b0b-3529-4413-b3c2-bd9e153a9954" providerId="ADAL" clId="{E584E8A6-EE59-4BEB-832B-BB891CAC8F7E}"/>
    <pc:docChg chg="undo custSel addSld delSld modSld sldOrd">
      <pc:chgData name="Barros, Arthur@Wildlife" userId="13f56b0b-3529-4413-b3c2-bd9e153a9954" providerId="ADAL" clId="{E584E8A6-EE59-4BEB-832B-BB891CAC8F7E}" dt="2026-06-24T21:36:43.002" v="3495" actId="20577"/>
      <pc:docMkLst>
        <pc:docMk/>
      </pc:docMkLst>
      <pc:sldChg chg="modSp add mod">
        <pc:chgData name="Barros, Arthur@Wildlife" userId="13f56b0b-3529-4413-b3c2-bd9e153a9954" providerId="ADAL" clId="{E584E8A6-EE59-4BEB-832B-BB891CAC8F7E}" dt="2026-06-22T15:01:27.032" v="104" actId="20577"/>
        <pc:sldMkLst>
          <pc:docMk/>
          <pc:sldMk cId="2638691956" sldId="270"/>
        </pc:sldMkLst>
        <pc:spChg chg="mod">
          <ac:chgData name="Barros, Arthur@Wildlife" userId="13f56b0b-3529-4413-b3c2-bd9e153a9954" providerId="ADAL" clId="{E584E8A6-EE59-4BEB-832B-BB891CAC8F7E}" dt="2026-06-22T15:01:27.032" v="104" actId="20577"/>
          <ac:spMkLst>
            <pc:docMk/>
            <pc:sldMk cId="2638691956" sldId="270"/>
            <ac:spMk id="2" creationId="{9439641B-5D2F-B0E9-1A5A-A2062A4786FC}"/>
          </ac:spMkLst>
        </pc:spChg>
        <pc:spChg chg="mod">
          <ac:chgData name="Barros, Arthur@Wildlife" userId="13f56b0b-3529-4413-b3c2-bd9e153a9954" providerId="ADAL" clId="{E584E8A6-EE59-4BEB-832B-BB891CAC8F7E}" dt="2026-06-22T14:58:22.938" v="13" actId="20577"/>
          <ac:spMkLst>
            <pc:docMk/>
            <pc:sldMk cId="2638691956" sldId="270"/>
            <ac:spMk id="7" creationId="{8BE11D55-20E6-FF15-A042-C53183279989}"/>
          </ac:spMkLst>
        </pc:spChg>
      </pc:sldChg>
      <pc:sldChg chg="modSp add mod">
        <pc:chgData name="Barros, Arthur@Wildlife" userId="13f56b0b-3529-4413-b3c2-bd9e153a9954" providerId="ADAL" clId="{E584E8A6-EE59-4BEB-832B-BB891CAC8F7E}" dt="2026-06-22T16:00:19.905" v="1929" actId="20577"/>
        <pc:sldMkLst>
          <pc:docMk/>
          <pc:sldMk cId="291410532" sldId="276"/>
        </pc:sldMkLst>
        <pc:spChg chg="mod">
          <ac:chgData name="Barros, Arthur@Wildlife" userId="13f56b0b-3529-4413-b3c2-bd9e153a9954" providerId="ADAL" clId="{E584E8A6-EE59-4BEB-832B-BB891CAC8F7E}" dt="2026-06-22T15:35:39.292" v="405" actId="1076"/>
          <ac:spMkLst>
            <pc:docMk/>
            <pc:sldMk cId="291410532" sldId="276"/>
            <ac:spMk id="5" creationId="{B537C711-FC49-20B0-7F7F-CE0173327951}"/>
          </ac:spMkLst>
        </pc:spChg>
        <pc:spChg chg="mod">
          <ac:chgData name="Barros, Arthur@Wildlife" userId="13f56b0b-3529-4413-b3c2-bd9e153a9954" providerId="ADAL" clId="{E584E8A6-EE59-4BEB-832B-BB891CAC8F7E}" dt="2026-06-22T16:00:19.905" v="1929" actId="20577"/>
          <ac:spMkLst>
            <pc:docMk/>
            <pc:sldMk cId="291410532" sldId="276"/>
            <ac:spMk id="8" creationId="{DBD084F2-5783-882E-D899-A92D03157B6C}"/>
          </ac:spMkLst>
        </pc:spChg>
        <pc:spChg chg="mod">
          <ac:chgData name="Barros, Arthur@Wildlife" userId="13f56b0b-3529-4413-b3c2-bd9e153a9954" providerId="ADAL" clId="{E584E8A6-EE59-4BEB-832B-BB891CAC8F7E}" dt="2026-06-22T15:35:39.292" v="405" actId="1076"/>
          <ac:spMkLst>
            <pc:docMk/>
            <pc:sldMk cId="291410532" sldId="276"/>
            <ac:spMk id="9" creationId="{28F64EF9-07A5-7B0F-7CB8-AE4ABE98B892}"/>
          </ac:spMkLst>
        </pc:spChg>
        <pc:spChg chg="mod">
          <ac:chgData name="Barros, Arthur@Wildlife" userId="13f56b0b-3529-4413-b3c2-bd9e153a9954" providerId="ADAL" clId="{E584E8A6-EE59-4BEB-832B-BB891CAC8F7E}" dt="2026-06-22T15:35:39.292" v="405" actId="1076"/>
          <ac:spMkLst>
            <pc:docMk/>
            <pc:sldMk cId="291410532" sldId="276"/>
            <ac:spMk id="12" creationId="{FCD32D64-CD6D-F599-9041-7FDB1E87E952}"/>
          </ac:spMkLst>
        </pc:spChg>
        <pc:spChg chg="mod">
          <ac:chgData name="Barros, Arthur@Wildlife" userId="13f56b0b-3529-4413-b3c2-bd9e153a9954" providerId="ADAL" clId="{E584E8A6-EE59-4BEB-832B-BB891CAC8F7E}" dt="2026-06-22T15:35:39.292" v="405" actId="1076"/>
          <ac:spMkLst>
            <pc:docMk/>
            <pc:sldMk cId="291410532" sldId="276"/>
            <ac:spMk id="13" creationId="{1DD3D82D-363B-050B-0FD5-607FF739383A}"/>
          </ac:spMkLst>
        </pc:spChg>
        <pc:spChg chg="mod">
          <ac:chgData name="Barros, Arthur@Wildlife" userId="13f56b0b-3529-4413-b3c2-bd9e153a9954" providerId="ADAL" clId="{E584E8A6-EE59-4BEB-832B-BB891CAC8F7E}" dt="2026-06-22T15:35:39.292" v="405" actId="1076"/>
          <ac:spMkLst>
            <pc:docMk/>
            <pc:sldMk cId="291410532" sldId="276"/>
            <ac:spMk id="24" creationId="{38A56400-E96D-A5B7-9A2F-CB0347AD6A34}"/>
          </ac:spMkLst>
        </pc:spChg>
        <pc:spChg chg="mod">
          <ac:chgData name="Barros, Arthur@Wildlife" userId="13f56b0b-3529-4413-b3c2-bd9e153a9954" providerId="ADAL" clId="{E584E8A6-EE59-4BEB-832B-BB891CAC8F7E}" dt="2026-06-22T15:35:39.292" v="405" actId="1076"/>
          <ac:spMkLst>
            <pc:docMk/>
            <pc:sldMk cId="291410532" sldId="276"/>
            <ac:spMk id="30" creationId="{DEEA24D1-B2C4-ECEF-247D-D1E3C3B0FD1D}"/>
          </ac:spMkLst>
        </pc:spChg>
        <pc:spChg chg="mod">
          <ac:chgData name="Barros, Arthur@Wildlife" userId="13f56b0b-3529-4413-b3c2-bd9e153a9954" providerId="ADAL" clId="{E584E8A6-EE59-4BEB-832B-BB891CAC8F7E}" dt="2026-06-22T15:35:39.292" v="405" actId="1076"/>
          <ac:spMkLst>
            <pc:docMk/>
            <pc:sldMk cId="291410532" sldId="276"/>
            <ac:spMk id="1031" creationId="{DC0FB80F-440C-57BF-55C8-97C043471AA2}"/>
          </ac:spMkLst>
        </pc:spChg>
        <pc:spChg chg="mod">
          <ac:chgData name="Barros, Arthur@Wildlife" userId="13f56b0b-3529-4413-b3c2-bd9e153a9954" providerId="ADAL" clId="{E584E8A6-EE59-4BEB-832B-BB891CAC8F7E}" dt="2026-06-22T15:35:39.292" v="405" actId="1076"/>
          <ac:spMkLst>
            <pc:docMk/>
            <pc:sldMk cId="291410532" sldId="276"/>
            <ac:spMk id="1071" creationId="{6A083AD4-035C-56A8-BE8E-0DDCBA9E2C7A}"/>
          </ac:spMkLst>
        </pc:spChg>
        <pc:spChg chg="mod">
          <ac:chgData name="Barros, Arthur@Wildlife" userId="13f56b0b-3529-4413-b3c2-bd9e153a9954" providerId="ADAL" clId="{E584E8A6-EE59-4BEB-832B-BB891CAC8F7E}" dt="2026-06-22T15:35:39.292" v="405" actId="1076"/>
          <ac:spMkLst>
            <pc:docMk/>
            <pc:sldMk cId="291410532" sldId="276"/>
            <ac:spMk id="1097" creationId="{12CB0752-F8A1-C486-F0E8-AC51EAC4E91C}"/>
          </ac:spMkLst>
        </pc:spChg>
        <pc:spChg chg="mod">
          <ac:chgData name="Barros, Arthur@Wildlife" userId="13f56b0b-3529-4413-b3c2-bd9e153a9954" providerId="ADAL" clId="{E584E8A6-EE59-4BEB-832B-BB891CAC8F7E}" dt="2026-06-22T15:35:39.292" v="405" actId="1076"/>
          <ac:spMkLst>
            <pc:docMk/>
            <pc:sldMk cId="291410532" sldId="276"/>
            <ac:spMk id="1103" creationId="{53AC842C-A473-DCE0-3329-23F7D98717D1}"/>
          </ac:spMkLst>
        </pc:spChg>
      </pc:sldChg>
      <pc:sldChg chg="modSp add mod">
        <pc:chgData name="Barros, Arthur@Wildlife" userId="13f56b0b-3529-4413-b3c2-bd9e153a9954" providerId="ADAL" clId="{E584E8A6-EE59-4BEB-832B-BB891CAC8F7E}" dt="2026-06-22T15:42:10.451" v="919" actId="20577"/>
        <pc:sldMkLst>
          <pc:docMk/>
          <pc:sldMk cId="1615530763" sldId="281"/>
        </pc:sldMkLst>
        <pc:spChg chg="mod">
          <ac:chgData name="Barros, Arthur@Wildlife" userId="13f56b0b-3529-4413-b3c2-bd9e153a9954" providerId="ADAL" clId="{E584E8A6-EE59-4BEB-832B-BB891CAC8F7E}" dt="2026-06-22T15:42:10.451" v="919" actId="20577"/>
          <ac:spMkLst>
            <pc:docMk/>
            <pc:sldMk cId="1615530763" sldId="281"/>
            <ac:spMk id="2" creationId="{BB0CE9E0-BADF-3898-7CF2-49A36036A131}"/>
          </ac:spMkLst>
        </pc:spChg>
      </pc:sldChg>
      <pc:sldChg chg="delSp modSp add mod">
        <pc:chgData name="Barros, Arthur@Wildlife" userId="13f56b0b-3529-4413-b3c2-bd9e153a9954" providerId="ADAL" clId="{E584E8A6-EE59-4BEB-832B-BB891CAC8F7E}" dt="2026-06-24T21:36:43.002" v="3495" actId="20577"/>
        <pc:sldMkLst>
          <pc:docMk/>
          <pc:sldMk cId="1089727942" sldId="299"/>
        </pc:sldMkLst>
        <pc:spChg chg="mod">
          <ac:chgData name="Barros, Arthur@Wildlife" userId="13f56b0b-3529-4413-b3c2-bd9e153a9954" providerId="ADAL" clId="{E584E8A6-EE59-4BEB-832B-BB891CAC8F7E}" dt="2026-06-24T21:36:43.002" v="3495" actId="20577"/>
          <ac:spMkLst>
            <pc:docMk/>
            <pc:sldMk cId="1089727942" sldId="299"/>
            <ac:spMk id="5" creationId="{14F9B91B-255F-F8AE-F1F6-8A09B72CCDD6}"/>
          </ac:spMkLst>
        </pc:spChg>
        <pc:spChg chg="mod">
          <ac:chgData name="Barros, Arthur@Wildlife" userId="13f56b0b-3529-4413-b3c2-bd9e153a9954" providerId="ADAL" clId="{E584E8A6-EE59-4BEB-832B-BB891CAC8F7E}" dt="2026-06-22T15:36:53.658" v="455" actId="20577"/>
          <ac:spMkLst>
            <pc:docMk/>
            <pc:sldMk cId="1089727942" sldId="299"/>
            <ac:spMk id="6" creationId="{CEE11691-0263-E527-4171-C386164255B2}"/>
          </ac:spMkLst>
        </pc:spChg>
        <pc:cxnChg chg="mod">
          <ac:chgData name="Barros, Arthur@Wildlife" userId="13f56b0b-3529-4413-b3c2-bd9e153a9954" providerId="ADAL" clId="{E584E8A6-EE59-4BEB-832B-BB891CAC8F7E}" dt="2026-06-22T16:01:15.651" v="1933" actId="1076"/>
          <ac:cxnSpMkLst>
            <pc:docMk/>
            <pc:sldMk cId="1089727942" sldId="299"/>
            <ac:cxnSpMk id="7" creationId="{6C958B0F-FF44-1186-5003-B7D9BB3E38E1}"/>
          </ac:cxnSpMkLst>
        </pc:cxnChg>
      </pc:sldChg>
      <pc:sldChg chg="addSp delSp modSp add mod">
        <pc:chgData name="Barros, Arthur@Wildlife" userId="13f56b0b-3529-4413-b3c2-bd9e153a9954" providerId="ADAL" clId="{E584E8A6-EE59-4BEB-832B-BB891CAC8F7E}" dt="2026-06-22T17:20:04.175" v="3420" actId="20577"/>
        <pc:sldMkLst>
          <pc:docMk/>
          <pc:sldMk cId="3574053949" sldId="300"/>
        </pc:sldMkLst>
        <pc:spChg chg="mod">
          <ac:chgData name="Barros, Arthur@Wildlife" userId="13f56b0b-3529-4413-b3c2-bd9e153a9954" providerId="ADAL" clId="{E584E8A6-EE59-4BEB-832B-BB891CAC8F7E}" dt="2026-06-22T15:37:04.195" v="466" actId="20577"/>
          <ac:spMkLst>
            <pc:docMk/>
            <pc:sldMk cId="3574053949" sldId="300"/>
            <ac:spMk id="6" creationId="{4B459814-C1AF-4C26-B9A2-41F972DEB6A8}"/>
          </ac:spMkLst>
        </pc:spChg>
        <pc:spChg chg="mod">
          <ac:chgData name="Barros, Arthur@Wildlife" userId="13f56b0b-3529-4413-b3c2-bd9e153a9954" providerId="ADAL" clId="{E584E8A6-EE59-4BEB-832B-BB891CAC8F7E}" dt="2026-06-22T16:02:52.356" v="1979"/>
          <ac:spMkLst>
            <pc:docMk/>
            <pc:sldMk cId="3574053949" sldId="300"/>
            <ac:spMk id="9" creationId="{991A33C9-1297-81BC-2B77-9768EED71E86}"/>
          </ac:spMkLst>
        </pc:spChg>
        <pc:spChg chg="mod">
          <ac:chgData name="Barros, Arthur@Wildlife" userId="13f56b0b-3529-4413-b3c2-bd9e153a9954" providerId="ADAL" clId="{E584E8A6-EE59-4BEB-832B-BB891CAC8F7E}" dt="2026-06-22T16:02:52.356" v="1979"/>
          <ac:spMkLst>
            <pc:docMk/>
            <pc:sldMk cId="3574053949" sldId="300"/>
            <ac:spMk id="12" creationId="{5A1C51E8-E7F0-FB51-1262-EFC071285493}"/>
          </ac:spMkLst>
        </pc:spChg>
        <pc:spChg chg="mod">
          <ac:chgData name="Barros, Arthur@Wildlife" userId="13f56b0b-3529-4413-b3c2-bd9e153a9954" providerId="ADAL" clId="{E584E8A6-EE59-4BEB-832B-BB891CAC8F7E}" dt="2026-06-22T16:02:52.356" v="1979"/>
          <ac:spMkLst>
            <pc:docMk/>
            <pc:sldMk cId="3574053949" sldId="300"/>
            <ac:spMk id="17" creationId="{C5F1AC14-6F70-4DB7-2941-399C039F3FD2}"/>
          </ac:spMkLst>
        </pc:spChg>
        <pc:spChg chg="mod">
          <ac:chgData name="Barros, Arthur@Wildlife" userId="13f56b0b-3529-4413-b3c2-bd9e153a9954" providerId="ADAL" clId="{E584E8A6-EE59-4BEB-832B-BB891CAC8F7E}" dt="2026-06-22T16:02:52.356" v="1979"/>
          <ac:spMkLst>
            <pc:docMk/>
            <pc:sldMk cId="3574053949" sldId="300"/>
            <ac:spMk id="18" creationId="{8C880B41-53D3-2211-5A5D-ACBAA6AEF66F}"/>
          </ac:spMkLst>
        </pc:spChg>
        <pc:spChg chg="mod">
          <ac:chgData name="Barros, Arthur@Wildlife" userId="13f56b0b-3529-4413-b3c2-bd9e153a9954" providerId="ADAL" clId="{E584E8A6-EE59-4BEB-832B-BB891CAC8F7E}" dt="2026-06-22T16:02:52.356" v="1979"/>
          <ac:spMkLst>
            <pc:docMk/>
            <pc:sldMk cId="3574053949" sldId="300"/>
            <ac:spMk id="23" creationId="{856E23D8-FE02-70AD-2ED1-C6A29D54F7F3}"/>
          </ac:spMkLst>
        </pc:spChg>
        <pc:spChg chg="mod">
          <ac:chgData name="Barros, Arthur@Wildlife" userId="13f56b0b-3529-4413-b3c2-bd9e153a9954" providerId="ADAL" clId="{E584E8A6-EE59-4BEB-832B-BB891CAC8F7E}" dt="2026-06-22T16:02:52.356" v="1979"/>
          <ac:spMkLst>
            <pc:docMk/>
            <pc:sldMk cId="3574053949" sldId="300"/>
            <ac:spMk id="28" creationId="{36C71679-3BD8-F4CB-E494-8F304A00719B}"/>
          </ac:spMkLst>
        </pc:spChg>
        <pc:spChg chg="mod">
          <ac:chgData name="Barros, Arthur@Wildlife" userId="13f56b0b-3529-4413-b3c2-bd9e153a9954" providerId="ADAL" clId="{E584E8A6-EE59-4BEB-832B-BB891CAC8F7E}" dt="2026-06-22T16:02:52.356" v="1979"/>
          <ac:spMkLst>
            <pc:docMk/>
            <pc:sldMk cId="3574053949" sldId="300"/>
            <ac:spMk id="29" creationId="{88C242F8-BE39-8E18-33FD-8DFB2A34F157}"/>
          </ac:spMkLst>
        </pc:spChg>
        <pc:spChg chg="mod">
          <ac:chgData name="Barros, Arthur@Wildlife" userId="13f56b0b-3529-4413-b3c2-bd9e153a9954" providerId="ADAL" clId="{E584E8A6-EE59-4BEB-832B-BB891CAC8F7E}" dt="2026-06-22T16:02:52.356" v="1979"/>
          <ac:spMkLst>
            <pc:docMk/>
            <pc:sldMk cId="3574053949" sldId="300"/>
            <ac:spMk id="31" creationId="{6B70B1DA-E074-ADBB-B6B1-FD9DFB46B4BD}"/>
          </ac:spMkLst>
        </pc:spChg>
        <pc:spChg chg="mod">
          <ac:chgData name="Barros, Arthur@Wildlife" userId="13f56b0b-3529-4413-b3c2-bd9e153a9954" providerId="ADAL" clId="{E584E8A6-EE59-4BEB-832B-BB891CAC8F7E}" dt="2026-06-22T16:03:10.209" v="2013" actId="20577"/>
          <ac:spMkLst>
            <pc:docMk/>
            <pc:sldMk cId="3574053949" sldId="300"/>
            <ac:spMk id="32" creationId="{C57502EF-4434-A3C6-C527-B07F270A2716}"/>
          </ac:spMkLst>
        </pc:spChg>
        <pc:spChg chg="mod">
          <ac:chgData name="Barros, Arthur@Wildlife" userId="13f56b0b-3529-4413-b3c2-bd9e153a9954" providerId="ADAL" clId="{E584E8A6-EE59-4BEB-832B-BB891CAC8F7E}" dt="2026-06-22T16:02:52.356" v="1979"/>
          <ac:spMkLst>
            <pc:docMk/>
            <pc:sldMk cId="3574053949" sldId="300"/>
            <ac:spMk id="34" creationId="{F8ACE7D2-5733-8E81-737D-B386B3012D7F}"/>
          </ac:spMkLst>
        </pc:spChg>
        <pc:spChg chg="mod">
          <ac:chgData name="Barros, Arthur@Wildlife" userId="13f56b0b-3529-4413-b3c2-bd9e153a9954" providerId="ADAL" clId="{E584E8A6-EE59-4BEB-832B-BB891CAC8F7E}" dt="2026-06-22T17:20:04.175" v="3420" actId="20577"/>
          <ac:spMkLst>
            <pc:docMk/>
            <pc:sldMk cId="3574053949" sldId="300"/>
            <ac:spMk id="35" creationId="{E911BEE2-9A7C-82CA-4D91-4AF67672A2B6}"/>
          </ac:spMkLst>
        </pc:spChg>
        <pc:cxnChg chg="mod">
          <ac:chgData name="Barros, Arthur@Wildlife" userId="13f56b0b-3529-4413-b3c2-bd9e153a9954" providerId="ADAL" clId="{E584E8A6-EE59-4BEB-832B-BB891CAC8F7E}" dt="2026-06-22T16:02:57.429" v="1981" actId="1076"/>
          <ac:cxnSpMkLst>
            <pc:docMk/>
            <pc:sldMk cId="3574053949" sldId="300"/>
            <ac:cxnSpMk id="42" creationId="{A7FA6761-FF7E-2632-042E-D9E486769F3C}"/>
          </ac:cxnSpMkLst>
        </pc:cxnChg>
      </pc:sldChg>
      <pc:sldChg chg="modSp add mod">
        <pc:chgData name="Barros, Arthur@Wildlife" userId="13f56b0b-3529-4413-b3c2-bd9e153a9954" providerId="ADAL" clId="{E584E8A6-EE59-4BEB-832B-BB891CAC8F7E}" dt="2026-06-22T17:19:41.221" v="3413" actId="20577"/>
        <pc:sldMkLst>
          <pc:docMk/>
          <pc:sldMk cId="542964873" sldId="301"/>
        </pc:sldMkLst>
        <pc:spChg chg="mod">
          <ac:chgData name="Barros, Arthur@Wildlife" userId="13f56b0b-3529-4413-b3c2-bd9e153a9954" providerId="ADAL" clId="{E584E8A6-EE59-4BEB-832B-BB891CAC8F7E}" dt="2026-06-22T17:19:41.221" v="3413" actId="20577"/>
          <ac:spMkLst>
            <pc:docMk/>
            <pc:sldMk cId="542964873" sldId="301"/>
            <ac:spMk id="5" creationId="{29CD0B1F-CBA9-9A0D-03E1-6716D4D7234E}"/>
          </ac:spMkLst>
        </pc:spChg>
        <pc:spChg chg="mod">
          <ac:chgData name="Barros, Arthur@Wildlife" userId="13f56b0b-3529-4413-b3c2-bd9e153a9954" providerId="ADAL" clId="{E584E8A6-EE59-4BEB-832B-BB891CAC8F7E}" dt="2026-06-22T15:36:58.352" v="465" actId="20577"/>
          <ac:spMkLst>
            <pc:docMk/>
            <pc:sldMk cId="542964873" sldId="301"/>
            <ac:spMk id="6" creationId="{BF0AAA57-A2CD-C4DD-AABC-6DA093B31C9E}"/>
          </ac:spMkLst>
        </pc:spChg>
      </pc:sldChg>
      <pc:sldChg chg="modSp add mod">
        <pc:chgData name="Barros, Arthur@Wildlife" userId="13f56b0b-3529-4413-b3c2-bd9e153a9954" providerId="ADAL" clId="{E584E8A6-EE59-4BEB-832B-BB891CAC8F7E}" dt="2026-06-22T17:22:50.578" v="3452" actId="20577"/>
        <pc:sldMkLst>
          <pc:docMk/>
          <pc:sldMk cId="384841665" sldId="303"/>
        </pc:sldMkLst>
        <pc:spChg chg="mod">
          <ac:chgData name="Barros, Arthur@Wildlife" userId="13f56b0b-3529-4413-b3c2-bd9e153a9954" providerId="ADAL" clId="{E584E8A6-EE59-4BEB-832B-BB891CAC8F7E}" dt="2026-06-22T17:22:50.578" v="3452" actId="20577"/>
          <ac:spMkLst>
            <pc:docMk/>
            <pc:sldMk cId="384841665" sldId="303"/>
            <ac:spMk id="2" creationId="{F912FC44-CB1E-8A21-DEFB-40B282AA482B}"/>
          </ac:spMkLst>
        </pc:spChg>
        <pc:spChg chg="mod">
          <ac:chgData name="Barros, Arthur@Wildlife" userId="13f56b0b-3529-4413-b3c2-bd9e153a9954" providerId="ADAL" clId="{E584E8A6-EE59-4BEB-832B-BB891CAC8F7E}" dt="2026-06-22T15:52:09.674" v="943" actId="5793"/>
          <ac:spMkLst>
            <pc:docMk/>
            <pc:sldMk cId="384841665" sldId="303"/>
            <ac:spMk id="8" creationId="{90EED6DF-D8BD-070A-F490-EF88AF5F47B9}"/>
          </ac:spMkLst>
        </pc:spChg>
      </pc:sldChg>
      <pc:sldChg chg="modSp add mod">
        <pc:chgData name="Barros, Arthur@Wildlife" userId="13f56b0b-3529-4413-b3c2-bd9e153a9954" providerId="ADAL" clId="{E584E8A6-EE59-4BEB-832B-BB891CAC8F7E}" dt="2026-06-22T16:59:04.378" v="3224" actId="113"/>
        <pc:sldMkLst>
          <pc:docMk/>
          <pc:sldMk cId="2831936802" sldId="304"/>
        </pc:sldMkLst>
        <pc:spChg chg="mod">
          <ac:chgData name="Barros, Arthur@Wildlife" userId="13f56b0b-3529-4413-b3c2-bd9e153a9954" providerId="ADAL" clId="{E584E8A6-EE59-4BEB-832B-BB891CAC8F7E}" dt="2026-06-22T16:59:04.378" v="3224" actId="113"/>
          <ac:spMkLst>
            <pc:docMk/>
            <pc:sldMk cId="2831936802" sldId="304"/>
            <ac:spMk id="2" creationId="{233BE8EF-8202-F184-67CC-B0157B5E1BAA}"/>
          </ac:spMkLst>
        </pc:spChg>
      </pc:sldChg>
      <pc:sldChg chg="modSp add mod">
        <pc:chgData name="Barros, Arthur@Wildlife" userId="13f56b0b-3529-4413-b3c2-bd9e153a9954" providerId="ADAL" clId="{E584E8A6-EE59-4BEB-832B-BB891CAC8F7E}" dt="2026-06-22T18:41:58.995" v="3476" actId="20577"/>
        <pc:sldMkLst>
          <pc:docMk/>
          <pc:sldMk cId="3819616583" sldId="305"/>
        </pc:sldMkLst>
        <pc:spChg chg="mod">
          <ac:chgData name="Barros, Arthur@Wildlife" userId="13f56b0b-3529-4413-b3c2-bd9e153a9954" providerId="ADAL" clId="{E584E8A6-EE59-4BEB-832B-BB891CAC8F7E}" dt="2026-06-22T18:41:58.995" v="3476" actId="20577"/>
          <ac:spMkLst>
            <pc:docMk/>
            <pc:sldMk cId="3819616583" sldId="305"/>
            <ac:spMk id="2" creationId="{CBEE8C16-C237-4A29-8B48-9A0067CEA2FB}"/>
          </ac:spMkLst>
        </pc:spChg>
      </pc:sldChg>
      <pc:sldChg chg="modSp add mod">
        <pc:chgData name="Barros, Arthur@Wildlife" userId="13f56b0b-3529-4413-b3c2-bd9e153a9954" providerId="ADAL" clId="{E584E8A6-EE59-4BEB-832B-BB891CAC8F7E}" dt="2026-06-22T15:57:55.081" v="1840"/>
        <pc:sldMkLst>
          <pc:docMk/>
          <pc:sldMk cId="3661551059" sldId="306"/>
        </pc:sldMkLst>
        <pc:spChg chg="mod">
          <ac:chgData name="Barros, Arthur@Wildlife" userId="13f56b0b-3529-4413-b3c2-bd9e153a9954" providerId="ADAL" clId="{E584E8A6-EE59-4BEB-832B-BB891CAC8F7E}" dt="2026-06-22T15:57:55.081" v="1840"/>
          <ac:spMkLst>
            <pc:docMk/>
            <pc:sldMk cId="3661551059" sldId="306"/>
            <ac:spMk id="2" creationId="{3CB4DEBB-A635-0C8D-FEB6-196E50BFDF8F}"/>
          </ac:spMkLst>
        </pc:spChg>
        <pc:spChg chg="mod">
          <ac:chgData name="Barros, Arthur@Wildlife" userId="13f56b0b-3529-4413-b3c2-bd9e153a9954" providerId="ADAL" clId="{E584E8A6-EE59-4BEB-832B-BB891CAC8F7E}" dt="2026-06-22T15:57:48.589" v="1839" actId="20577"/>
          <ac:spMkLst>
            <pc:docMk/>
            <pc:sldMk cId="3661551059" sldId="306"/>
            <ac:spMk id="8" creationId="{70A08927-60F9-6D2C-AAFB-9094FCCB9437}"/>
          </ac:spMkLst>
        </pc:spChg>
      </pc:sldChg>
      <pc:sldChg chg="addSp delSp modSp add mod">
        <pc:chgData name="Barros, Arthur@Wildlife" userId="13f56b0b-3529-4413-b3c2-bd9e153a9954" providerId="ADAL" clId="{E584E8A6-EE59-4BEB-832B-BB891CAC8F7E}" dt="2026-06-22T18:27:10.709" v="3453" actId="20577"/>
        <pc:sldMkLst>
          <pc:docMk/>
          <pc:sldMk cId="1865125862" sldId="307"/>
        </pc:sldMkLst>
        <pc:spChg chg="add del mod">
          <ac:chgData name="Barros, Arthur@Wildlife" userId="13f56b0b-3529-4413-b3c2-bd9e153a9954" providerId="ADAL" clId="{E584E8A6-EE59-4BEB-832B-BB891CAC8F7E}" dt="2026-06-22T18:27:10.709" v="3453" actId="20577"/>
          <ac:spMkLst>
            <pc:docMk/>
            <pc:sldMk cId="1865125862" sldId="307"/>
            <ac:spMk id="2" creationId="{BDE56F28-41C2-1749-9964-FF799344D4B5}"/>
          </ac:spMkLst>
        </pc:spChg>
        <pc:spChg chg="mod">
          <ac:chgData name="Barros, Arthur@Wildlife" userId="13f56b0b-3529-4413-b3c2-bd9e153a9954" providerId="ADAL" clId="{E584E8A6-EE59-4BEB-832B-BB891CAC8F7E}" dt="2026-06-22T16:06:44.905" v="2089" actId="27636"/>
          <ac:spMkLst>
            <pc:docMk/>
            <pc:sldMk cId="1865125862" sldId="307"/>
            <ac:spMk id="8" creationId="{693293FB-4131-EE23-96DE-4E0D8C73C055}"/>
          </ac:spMkLst>
        </pc:spChg>
      </pc:sldChg>
      <pc:sldChg chg="modSp add mod ord">
        <pc:chgData name="Barros, Arthur@Wildlife" userId="13f56b0b-3529-4413-b3c2-bd9e153a9954" providerId="ADAL" clId="{E584E8A6-EE59-4BEB-832B-BB891CAC8F7E}" dt="2026-06-22T18:27:17.245" v="3456" actId="20577"/>
        <pc:sldMkLst>
          <pc:docMk/>
          <pc:sldMk cId="1254700580" sldId="308"/>
        </pc:sldMkLst>
        <pc:spChg chg="mod">
          <ac:chgData name="Barros, Arthur@Wildlife" userId="13f56b0b-3529-4413-b3c2-bd9e153a9954" providerId="ADAL" clId="{E584E8A6-EE59-4BEB-832B-BB891CAC8F7E}" dt="2026-06-22T18:27:17.245" v="3456" actId="20577"/>
          <ac:spMkLst>
            <pc:docMk/>
            <pc:sldMk cId="1254700580" sldId="308"/>
            <ac:spMk id="2" creationId="{9F8943F2-2C1C-4778-2DFD-A8D35B5D9CB1}"/>
          </ac:spMkLst>
        </pc:spChg>
        <pc:spChg chg="mod">
          <ac:chgData name="Barros, Arthur@Wildlife" userId="13f56b0b-3529-4413-b3c2-bd9e153a9954" providerId="ADAL" clId="{E584E8A6-EE59-4BEB-832B-BB891CAC8F7E}" dt="2026-06-22T16:09:11.731" v="2538" actId="20577"/>
          <ac:spMkLst>
            <pc:docMk/>
            <pc:sldMk cId="1254700580" sldId="308"/>
            <ac:spMk id="8" creationId="{314C5088-BC09-1E6F-80CD-9048A15E0F17}"/>
          </ac:spMkLst>
        </pc:spChg>
      </pc:sldChg>
      <pc:sldChg chg="addSp delSp modSp add mod">
        <pc:chgData name="Barros, Arthur@Wildlife" userId="13f56b0b-3529-4413-b3c2-bd9e153a9954" providerId="ADAL" clId="{E584E8A6-EE59-4BEB-832B-BB891CAC8F7E}" dt="2026-06-22T16:51:39.432" v="3005" actId="962"/>
        <pc:sldMkLst>
          <pc:docMk/>
          <pc:sldMk cId="547394527" sldId="309"/>
        </pc:sldMkLst>
        <pc:picChg chg="add mod">
          <ac:chgData name="Barros, Arthur@Wildlife" userId="13f56b0b-3529-4413-b3c2-bd9e153a9954" providerId="ADAL" clId="{E584E8A6-EE59-4BEB-832B-BB891CAC8F7E}" dt="2026-06-22T16:51:39.432" v="3005" actId="962"/>
          <ac:picMkLst>
            <pc:docMk/>
            <pc:sldMk cId="547394527" sldId="309"/>
            <ac:picMk id="12" creationId="{03580590-E49E-71F9-DE4F-5614C5171764}"/>
          </ac:picMkLst>
        </pc:picChg>
      </pc:sldChg>
      <pc:sldChg chg="addSp modSp add mod modNotesTx">
        <pc:chgData name="Barros, Arthur@Wildlife" userId="13f56b0b-3529-4413-b3c2-bd9e153a9954" providerId="ADAL" clId="{E584E8A6-EE59-4BEB-832B-BB891CAC8F7E}" dt="2026-06-22T16:54:25.440" v="3179" actId="20577"/>
        <pc:sldMkLst>
          <pc:docMk/>
          <pc:sldMk cId="4188504576" sldId="310"/>
        </pc:sldMkLst>
        <pc:picChg chg="add mod">
          <ac:chgData name="Barros, Arthur@Wildlife" userId="13f56b0b-3529-4413-b3c2-bd9e153a9954" providerId="ADAL" clId="{E584E8A6-EE59-4BEB-832B-BB891CAC8F7E}" dt="2026-06-22T16:51:45.470" v="3008" actId="962"/>
          <ac:picMkLst>
            <pc:docMk/>
            <pc:sldMk cId="4188504576" sldId="310"/>
            <ac:picMk id="3" creationId="{3B0973CD-FEB5-8E43-67A2-0164A71D2CDB}"/>
          </ac:picMkLst>
        </pc:picChg>
      </pc:sldChg>
      <pc:sldChg chg="addSp delSp modSp add mod">
        <pc:chgData name="Barros, Arthur@Wildlife" userId="13f56b0b-3529-4413-b3c2-bd9e153a9954" providerId="ADAL" clId="{E584E8A6-EE59-4BEB-832B-BB891CAC8F7E}" dt="2026-06-22T16:54:54.899" v="3190" actId="962"/>
        <pc:sldMkLst>
          <pc:docMk/>
          <pc:sldMk cId="3441587698" sldId="311"/>
        </pc:sldMkLst>
        <pc:picChg chg="add mod">
          <ac:chgData name="Barros, Arthur@Wildlife" userId="13f56b0b-3529-4413-b3c2-bd9e153a9954" providerId="ADAL" clId="{E584E8A6-EE59-4BEB-832B-BB891CAC8F7E}" dt="2026-06-22T16:54:54.899" v="3190" actId="962"/>
          <ac:picMkLst>
            <pc:docMk/>
            <pc:sldMk cId="3441587698" sldId="311"/>
            <ac:picMk id="3" creationId="{3CB7D444-4B9F-DB9F-39F6-3D0FBC1DFF5F}"/>
          </ac:picMkLst>
        </pc:picChg>
      </pc:sldChg>
      <pc:sldChg chg="addSp modSp add mod ord">
        <pc:chgData name="Barros, Arthur@Wildlife" userId="13f56b0b-3529-4413-b3c2-bd9e153a9954" providerId="ADAL" clId="{E584E8A6-EE59-4BEB-832B-BB891CAC8F7E}" dt="2026-06-22T16:54:46.460" v="3187"/>
        <pc:sldMkLst>
          <pc:docMk/>
          <pc:sldMk cId="2520512436" sldId="312"/>
        </pc:sldMkLst>
        <pc:picChg chg="add mod">
          <ac:chgData name="Barros, Arthur@Wildlife" userId="13f56b0b-3529-4413-b3c2-bd9e153a9954" providerId="ADAL" clId="{E584E8A6-EE59-4BEB-832B-BB891CAC8F7E}" dt="2026-06-22T16:54:45.257" v="3185" actId="962"/>
          <ac:picMkLst>
            <pc:docMk/>
            <pc:sldMk cId="2520512436" sldId="312"/>
            <ac:picMk id="3" creationId="{CB9C8754-2BC3-E313-3577-092B7F625AB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F45FA-10D9-499F-BBF2-98AD215A9B5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CA60C-E350-443D-B763-AC8BDD528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4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430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997B7-F9AD-45C8-43A5-57B3C6DC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4E82A-498B-892E-7953-B9D6A891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F53E2-2278-EF3F-5305-69CA47104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5BE14-371D-A651-159D-41572ECD4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138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8A66F-440D-5476-4621-CC9D60219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79143-B09A-3BC9-BE7E-0D3EB1F62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5CE5-33F4-BB02-97A2-B025047FA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596D0-5848-7381-45F8-21A7ABC71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192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9DC0B-6C32-2A40-2167-2CFCCDDE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DB1AA-93EA-72D1-F127-E75D44413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3DF63-5E2D-3240-74E3-7C4018B2A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E94D7-94F5-C725-F871-038AE6BC0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694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1C081-189B-2C80-F156-226E02C4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1B11E-AEDE-9747-70F9-2FDB61CCA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48D60-1DFF-ECBC-7D7E-00CAE5EA1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7F644-66D6-3F0C-E62A-17DCF2B5F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153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E7015-20A1-46AC-E32A-38B07F291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DC575-22C6-D05A-6CD1-8D370757F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F6FD5-668C-3CDA-87D1-E630CDC66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13919-BF38-1D30-D2F2-1515A9CB6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799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15790-FC52-DF23-0900-9A89C010A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726B5-F294-E13D-21B3-ED926932D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7C547-EE8F-6E29-FD53-55150BECF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5C113-12F8-BDC6-03DB-82280245B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85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F18B0-D9FA-93DC-834B-2172561A3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0B4D2-044D-09AD-EF46-6284AE295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47DD8-A015-6258-B696-9B8F51D16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9F955-B718-87A2-C1C6-A9970951D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316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773BA-EA2B-1C3F-79E7-5A437E7F6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30FA0-4ABA-81A6-2AE7-783D93B71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FB548-F599-F5B6-F04A-D1A7B3705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A91FA-2DD9-D012-7439-E8A41B8C3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763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F9446-39EA-0AAB-CBF6-16093C6A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AB6687-F1AC-B425-7BE8-85A2885FB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1D325-9ED6-906D-B2F9-D41B5ECA0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Catch data over time for two traps on Knights landing, sampling periods separated by gaps greater than 7 days.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309E8-C10E-56B4-E152-36E4452ED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359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43853-9DC2-B2C5-D360-EA653F238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04180-84EE-7BDF-799F-35A82AB11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BE1F4-F76A-A10F-6513-ECA86D51E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6B010-3D76-918A-9E22-54BD484D9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563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706C2-BA8C-3DF9-5174-D3DEBF41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23512-1436-4E65-D1A3-BDBC8A414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57BA2-0343-51D4-ECE4-921EBB3AF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F9C34-B121-C038-C033-43BAFA66F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5366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EECB0-8FE3-3FC4-C094-DA6759D7C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12536-FF6F-B679-18BD-8B8FC67A0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19A910-27A0-1A60-1A26-4A92225A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3BEF5-9B06-84BC-7E8E-44326A253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090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8F00C-0C41-5763-8471-0E5FB8039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A8F506-C8E5-5943-84EF-1B8DFC215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2C1BE-D86C-D6AE-E353-70BDDBB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7315-E1F3-4F0B-97E9-4A2C4A06FEF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1CB00-13FA-E6B6-41A7-0A49F4E3F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92E19-045C-77F2-C0E9-499676B4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09AD0-87C3-4155-B340-3CFEFE2EC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51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1A24-C059-85B5-3A46-9EA49808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660D6-7A0D-A691-6BC1-288128D63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B2A50-47A9-14F3-4C0B-BF7D3D479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7315-E1F3-4F0B-97E9-4A2C4A06FEF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C3D64-0929-7237-E010-6C044416E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84CE0-62E5-6707-BCF5-D809E435C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09AD0-87C3-4155-B340-3CFEFE2EC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57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83B57-E19C-37CD-BF72-365632C9E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9C18D-E0A3-104B-3FF4-7B2ADFC9C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3A0B-FCE9-2799-C337-4DD4CF7CD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7315-E1F3-4F0B-97E9-4A2C4A06FEF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28C5E-A426-92B0-ED4E-5647B6278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0762-D2F5-A6DC-D107-BA9D73D8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09AD0-87C3-4155-B340-3CFEFE2EC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036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9D8BC-CC7D-C2FD-CD53-097947504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E5B10-F09C-0ED7-81C9-E497EB833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BE5A1-EAC5-F8E5-FBBB-5C2D81D91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19BCF-0E37-0274-50DE-45A9D36D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7315-E1F3-4F0B-97E9-4A2C4A06FEF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53AA0-46E1-4D78-029B-33C8ADB4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8072F-3B76-F826-0E67-69D3794B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09AD0-87C3-4155-B340-3CFEFE2EC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4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EA99-326A-4FDE-0BFE-EB80A4649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D1D0E-0C22-8EEB-9E05-03039EFEE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D8804-1D14-27D9-CBE7-7B22B82DE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006412-83A6-8A4A-3C2A-7A51F3019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51E93E-3FC7-9F37-E614-B72266DC1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516BFD-E12E-9443-6E6A-01D1B727C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7315-E1F3-4F0B-97E9-4A2C4A06FEF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8536EE-09CE-ECE1-16C7-9ABBF2320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9343D-E7F8-640E-44ED-22BF42D5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09AD0-87C3-4155-B340-3CFEFE2EC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3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5AFC-9A0D-C86F-03AF-B7CBA41F7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22A09-B9C9-ABF5-A73E-7FB0982A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7315-E1F3-4F0B-97E9-4A2C4A06FEF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5B8B2-6DA0-972F-C5A3-897CB239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98A82-F5A9-9FEA-82C3-3BB8A3666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09AD0-87C3-4155-B340-3CFEFE2EC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5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E433EA-13A8-368A-872E-BCFD0BC77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7315-E1F3-4F0B-97E9-4A2C4A06FEF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2CF330-8C52-A7D9-FEDE-4D02B41B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2581E-08CC-0550-3CA8-ED1E7F96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09AD0-87C3-4155-B340-3CFEFE2EC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53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B8BA-7D4B-5CCD-4FE9-EB0B66A91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C5A46-C13A-6FB8-961E-AC0A03B0D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AC76A-C33D-C16F-E7A3-7FD0A3E82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159E9-1304-E6C3-6BF1-197559533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7315-E1F3-4F0B-97E9-4A2C4A06FEF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58814-6183-B7F1-8A86-426F8FA96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04C5A-2ACB-8BFA-3FD9-002DE05E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09AD0-87C3-4155-B340-3CFEFE2EC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0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6056C-2D7D-3545-D765-8510A6D37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02A09-E522-D4D4-8A13-201E9FCE83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46D37-42C3-1402-3A1B-65CDBE469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942E0-7B33-0C79-C338-EC606AE59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7315-E1F3-4F0B-97E9-4A2C4A06FEF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DCD22-D62A-C9B2-3936-D92F5BB1A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97940-5BAA-D1DE-D97B-F3C7FD7E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09AD0-87C3-4155-B340-3CFEFE2EC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64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2F4DC-E6A7-AA4D-6323-2ED10FF72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DA0A8E-577D-6164-7567-595B3FC4E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FCF12-C14D-1215-E7C5-17021378D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7315-E1F3-4F0B-97E9-4A2C4A06FEF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584B0-C27D-DB19-8373-5388C5F9D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92DCE-1215-AE86-E9AD-D1E365E72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09AD0-87C3-4155-B340-3CFEFE2EC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1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AA712-624D-359F-41A9-E562A3BB0D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A1E16-E0C4-2D39-FFF1-538B5B097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201A3-982E-9D64-7A11-CBCB75D0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7315-E1F3-4F0B-97E9-4A2C4A06FEF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54F61-BEE5-A5D7-05D3-485F30EBF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D8DE7-1973-CDF8-112B-C7B48E8E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09AD0-87C3-4155-B340-3CFEFE2EC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12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D3AD18-64E1-6059-61D0-0BBC7B9281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44838"/>
          </a:xfrm>
        </p:spPr>
        <p:txBody>
          <a:bodyPr/>
          <a:lstStyle>
            <a:lvl1pPr marL="0" indent="0" algn="ctr">
              <a:lnSpc>
                <a:spcPct val="300000"/>
              </a:lnSpc>
              <a:buNone/>
              <a:tabLst>
                <a:tab pos="2230438" algn="l"/>
              </a:tabLst>
              <a:defRPr/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CD82-FE2C-848E-7E3C-C3106B0319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81100" y="3889003"/>
            <a:ext cx="9829800" cy="909637"/>
          </a:xfrm>
        </p:spPr>
        <p:txBody>
          <a:bodyPr anchor="b">
            <a:normAutofit/>
          </a:bodyPr>
          <a:lstStyle>
            <a:lvl1pPr algn="ctr">
              <a:defRPr sz="4800" b="1" cap="all"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0454C-6DB7-B79C-A5BF-F3073BA44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16507"/>
            <a:ext cx="9144000" cy="365125"/>
          </a:xfrm>
        </p:spPr>
        <p:txBody>
          <a:bodyPr/>
          <a:lstStyle>
            <a:lvl1pPr marL="0" indent="0" algn="ctr">
              <a:buNone/>
              <a:defRPr sz="2400" i="1"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3D7AE0-7DBD-A848-246A-F08E23C88C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65625" y="5513859"/>
            <a:ext cx="3460750" cy="289734"/>
          </a:xfrm>
        </p:spPr>
        <p:txBody>
          <a:bodyPr>
            <a:normAutofit/>
          </a:bodyPr>
          <a:lstStyle>
            <a:lvl1pPr marL="0" indent="0" algn="ctr">
              <a:buNone/>
              <a:defRPr sz="1800" b="1" cap="all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PRESENTED BY: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8A1B98-64AE-7F0D-0D2A-3C7A5C0BBD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5382" y="5821460"/>
            <a:ext cx="7361237" cy="2897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First, Last Name – California Department of Fish and Wildlife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42A69D-4275-F414-2C61-02683FA56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1E71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23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59BC-34CD-F546-199B-7C111FEF72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8" y="437908"/>
            <a:ext cx="11421291" cy="760412"/>
          </a:xfrm>
        </p:spPr>
        <p:txBody>
          <a:bodyPr/>
          <a:lstStyle/>
          <a:p>
            <a:r>
              <a:rPr lang="en-US" dirty="0"/>
              <a:t>Click to edit 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65F90-C306-58CE-BEA8-25FB6AEBD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631599"/>
            <a:ext cx="3643540" cy="4769198"/>
          </a:xfrm>
        </p:spPr>
        <p:txBody>
          <a:bodyPr>
            <a:normAutofit/>
          </a:bodyPr>
          <a:lstStyle>
            <a:lvl1pPr>
              <a:defRPr sz="2400">
                <a:solidFill>
                  <a:srgbClr val="1E718F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7A9B63-5A41-C3DC-F351-2409C18447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81487" y="1631599"/>
            <a:ext cx="7910513" cy="47469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E80EE-C114-B206-6249-128EB26A5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1E71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6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71D540-ED0A-CA6E-FA3C-01B2DC034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90F96-F2EA-3545-C4F9-7124CE532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3DA4E-7BA5-3423-2AD9-B13BB6243D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C7315-E1F3-4F0B-97E9-4A2C4A06FEF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0170C-BE24-8F1D-A6E6-2F56D646FA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61C19-7DCE-E91C-CA2C-377D5DC95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A09AD0-87C3-4155-B340-3CFEFE2EC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89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thurbarros-cdfw.shinyapps.io/RST_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arthurbarros-CDFW/RST_ap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thurbarros-cdfw.shinyapps.io/RST_app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thurbarros-CDFW/RST_app/tree/main/data/test_dat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FC03835-5BB8-D71E-9395-6C6C05BB4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37" b="25731"/>
          <a:stretch/>
        </p:blipFill>
        <p:spPr>
          <a:xfrm>
            <a:off x="0" y="0"/>
            <a:ext cx="12192000" cy="3144838"/>
          </a:xfrm>
        </p:spPr>
      </p:pic>
      <p:pic>
        <p:nvPicPr>
          <p:cNvPr id="9" name="Picture 8" descr="California Fish and Wildlife Logo">
            <a:extLst>
              <a:ext uri="{FF2B5EF4-FFF2-40B4-BE49-F238E27FC236}">
                <a16:creationId xmlns:a16="http://schemas.microsoft.com/office/drawing/2014/main" id="{05BEA135-73FE-53A2-FE81-A29C0E9F1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016" y="2191216"/>
            <a:ext cx="1233966" cy="1628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39641B-5D2F-B0E9-1A5A-A2062A478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098" y="4352325"/>
            <a:ext cx="9829800" cy="90963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E718F"/>
                </a:solidFill>
                <a:latin typeface="Century Gothic" panose="020B0502020202020204" pitchFamily="34" charset="0"/>
              </a:rPr>
              <a:t>Rotary screw trap Passage Estimation “</a:t>
            </a:r>
            <a:r>
              <a:rPr lang="en-US" sz="4900" cap="none" dirty="0" err="1">
                <a:solidFill>
                  <a:srgbClr val="1E718F"/>
                </a:solidFill>
                <a:latin typeface="Century Gothic" panose="020B0502020202020204" pitchFamily="34" charset="0"/>
              </a:rPr>
              <a:t>RST_app</a:t>
            </a:r>
            <a:r>
              <a:rPr lang="en-US" dirty="0">
                <a:solidFill>
                  <a:srgbClr val="1E718F"/>
                </a:solidFill>
                <a:latin typeface="Century Gothic" panose="020B0502020202020204" pitchFamily="34" charset="0"/>
              </a:rPr>
              <a:t>”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BE11D55-20E6-FF15-A042-C53183279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2589" y="5336054"/>
            <a:ext cx="9366819" cy="9096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entury Gothic"/>
              </a:rPr>
              <a:t>July 21</a:t>
            </a:r>
            <a:r>
              <a:rPr lang="en-US" baseline="30000" dirty="0">
                <a:latin typeface="Century Gothic"/>
              </a:rPr>
              <a:t>st</a:t>
            </a:r>
            <a:r>
              <a:rPr lang="en-US" dirty="0">
                <a:latin typeface="Century Gothic"/>
              </a:rPr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2638691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75E83-1C94-B6FB-0D47-9A4CF3B8A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2B29527-A963-7DA4-2902-BB5160FE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Outline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CF4FFA-8E3B-6618-2F09-24FD2C1E5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B0CE9E0-BADF-3898-7CF2-49A36036A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7" y="1405289"/>
            <a:ext cx="11515827" cy="499550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200" b="1" dirty="0"/>
              <a:t>Why a new application?</a:t>
            </a:r>
          </a:p>
          <a:p>
            <a:r>
              <a:rPr lang="en-US" sz="3200" b="1" dirty="0"/>
              <a:t>Demo </a:t>
            </a:r>
            <a:r>
              <a:rPr lang="en-US" sz="3200" b="1" dirty="0" err="1"/>
              <a:t>RST_app</a:t>
            </a:r>
            <a:r>
              <a:rPr lang="en-US" sz="3200" b="1" dirty="0"/>
              <a:t>: </a:t>
            </a:r>
          </a:p>
          <a:p>
            <a:pPr lvl="1"/>
            <a:r>
              <a:rPr lang="en-US" sz="2800" b="1" dirty="0">
                <a:hlinkClick r:id="rId3"/>
              </a:rPr>
              <a:t>https://arthurbarros-cdfw.shinyapps.io/RST_app/</a:t>
            </a:r>
            <a:endParaRPr lang="en-US" sz="3200" b="1" dirty="0"/>
          </a:p>
          <a:p>
            <a:r>
              <a:rPr lang="en-US" sz="3200" b="1" dirty="0" err="1"/>
              <a:t>RST_app</a:t>
            </a:r>
            <a:r>
              <a:rPr lang="en-US" sz="3200" b="1" dirty="0"/>
              <a:t> overview and </a:t>
            </a:r>
            <a:r>
              <a:rPr lang="en-US" sz="3200" b="1" dirty="0" err="1"/>
              <a:t>updaes</a:t>
            </a:r>
            <a:endParaRPr lang="en-US" sz="3200" b="1" dirty="0"/>
          </a:p>
          <a:p>
            <a:pPr lvl="1"/>
            <a:r>
              <a:rPr lang="en-US" sz="2800" b="1" dirty="0"/>
              <a:t>Data inputs and formatting.</a:t>
            </a:r>
          </a:p>
          <a:p>
            <a:pPr lvl="1"/>
            <a:r>
              <a:rPr lang="en-US" sz="2800" b="1" dirty="0"/>
              <a:t>Application functions and flow.</a:t>
            </a:r>
          </a:p>
          <a:p>
            <a:pPr lvl="1"/>
            <a:r>
              <a:rPr lang="en-US" sz="2800" b="1" dirty="0"/>
              <a:t>Catch and efficiency model fitting.</a:t>
            </a:r>
          </a:p>
          <a:p>
            <a:r>
              <a:rPr lang="en-US" sz="3200" b="1" dirty="0" err="1"/>
              <a:t>Coninuing</a:t>
            </a:r>
            <a:r>
              <a:rPr lang="en-US" sz="3200" b="1"/>
              <a:t> </a:t>
            </a:r>
            <a:r>
              <a:rPr lang="en-US" sz="3200" b="1" dirty="0"/>
              <a:t>updates and next steps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GitHub: </a:t>
            </a:r>
            <a:r>
              <a:rPr lang="en-US" sz="3200" dirty="0">
                <a:hlinkClick r:id="rId4"/>
              </a:rPr>
              <a:t>https://github.com/arthurbarros-CDFW/RST_app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15530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13C5F-0625-9F34-E341-F376AE4F7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EED6DF-D8BD-070A-F490-EF88AF5F4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Why a new application?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FDF97C-E4BF-6250-7582-38D24C5F1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F912FC44-CB1E-8A21-DEFB-40B282AA4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7" y="1405289"/>
            <a:ext cx="11515827" cy="49955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CAMPR</a:t>
            </a:r>
            <a:r>
              <a:rPr lang="en-US" sz="3200" dirty="0"/>
              <a:t>:</a:t>
            </a:r>
          </a:p>
          <a:p>
            <a:pPr lvl="1"/>
            <a:r>
              <a:rPr lang="en-US" sz="2800" dirty="0"/>
              <a:t>RST passage estimation replicable across landscapes/surveys.</a:t>
            </a:r>
          </a:p>
          <a:p>
            <a:pPr lvl="1"/>
            <a:r>
              <a:rPr lang="en-US" sz="2800" dirty="0"/>
              <a:t>Requires users to utilize and maintain a back-end access database.</a:t>
            </a:r>
          </a:p>
          <a:p>
            <a:pPr lvl="1"/>
            <a:r>
              <a:rPr lang="en-US" sz="2800" dirty="0"/>
              <a:t>Complex “black-box” lacking detailed documentation.</a:t>
            </a:r>
          </a:p>
          <a:p>
            <a:pPr lvl="1"/>
            <a:r>
              <a:rPr lang="en-US" sz="2800" dirty="0"/>
              <a:t>Last updated in 2022, no longer maintained.</a:t>
            </a:r>
          </a:p>
        </p:txBody>
      </p:sp>
    </p:spTree>
    <p:extLst>
      <p:ext uri="{BB962C8B-B14F-4D97-AF65-F5344CB8AC3E}">
        <p14:creationId xmlns:p14="http://schemas.microsoft.com/office/powerpoint/2010/main" val="384841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B07C9-90EF-CD9B-A1B0-156D6D2F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89F7FF7-741F-C032-4542-A8BA3C03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Why a new application?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196985-0C24-5529-856E-33F7D9D99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CBEE8C16-C237-4A29-8B48-9A0067CEA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7" y="1405289"/>
            <a:ext cx="11515827" cy="49955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 err="1"/>
              <a:t>RST_app</a:t>
            </a:r>
            <a:r>
              <a:rPr lang="en-US" sz="3200" dirty="0"/>
              <a:t>:</a:t>
            </a:r>
          </a:p>
          <a:p>
            <a:pPr lvl="1"/>
            <a:r>
              <a:rPr lang="en-US" sz="2800" dirty="0"/>
              <a:t>Standalone RShiny application that performs model fitting and outputs passage estimation tables and plots.</a:t>
            </a:r>
          </a:p>
          <a:p>
            <a:pPr lvl="1"/>
            <a:r>
              <a:rPr lang="en-US" sz="2800" dirty="0"/>
              <a:t>Requires users to pre-format RST catch and trial data sets.</a:t>
            </a:r>
          </a:p>
          <a:p>
            <a:pPr lvl="1"/>
            <a:r>
              <a:rPr lang="en-US" sz="2800" dirty="0"/>
              <a:t>Web based application does not require R or Access experience.</a:t>
            </a:r>
          </a:p>
          <a:p>
            <a:pPr lvl="1"/>
            <a:r>
              <a:rPr lang="en-US" sz="2800" dirty="0"/>
              <a:t>Provides detailed documentation on functionality and usage.</a:t>
            </a:r>
          </a:p>
          <a:p>
            <a:pPr lvl="1"/>
            <a:r>
              <a:rPr lang="en-US" sz="2800" dirty="0"/>
              <a:t>Support and updates provided by Fisheries Branch biostatistician (me).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19616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618B-BB8C-B4F5-6EED-53024D87A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0A08927-60F9-6D2C-AAFB-9094FCCB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Demo application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132486-969A-1148-3B8B-A2DEDCD3E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3CB4DEBB-A635-0C8D-FEB6-196E50BFD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7" y="1405289"/>
            <a:ext cx="11515827" cy="49955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>
                <a:hlinkClick r:id="rId3"/>
              </a:rPr>
              <a:t>https://arthurbarros-cdfw.shinyapps.io/RST_app/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61551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326EA-264E-F33E-9C3E-F288C23CC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89B1D0-8015-682C-A8E8-BA2C818FE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Data inputs and formatting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C9AD3A-30B2-0FF4-D134-BB54B2858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233BE8EF-8202-F184-67CC-B0157B5E1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7" y="1405289"/>
            <a:ext cx="11515827" cy="499550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200" b="1" dirty="0"/>
              <a:t>Four required data sets:</a:t>
            </a:r>
          </a:p>
          <a:p>
            <a:pPr lvl="1"/>
            <a:r>
              <a:rPr lang="en-US" sz="2800" dirty="0"/>
              <a:t>catch – records of fish caught during each trap visit.</a:t>
            </a:r>
          </a:p>
          <a:p>
            <a:pPr lvl="1"/>
            <a:r>
              <a:rPr lang="en-US" sz="2800" dirty="0"/>
              <a:t>visit – records of all trap operation and sampling visits.</a:t>
            </a:r>
          </a:p>
          <a:p>
            <a:pPr lvl="1"/>
            <a:r>
              <a:rPr lang="en-US" sz="2800" dirty="0"/>
              <a:t>release – records of fish marked and released for efficiency trials.</a:t>
            </a:r>
          </a:p>
          <a:p>
            <a:pPr lvl="1"/>
            <a:r>
              <a:rPr lang="en-US" sz="2800" dirty="0"/>
              <a:t>recapture – records of marked fish recaptured for efficiency trials.</a:t>
            </a:r>
          </a:p>
          <a:p>
            <a:r>
              <a:rPr lang="en-US" sz="3200" b="1" dirty="0"/>
              <a:t>Each table must have properly formatted fields, see </a:t>
            </a:r>
            <a:r>
              <a:rPr lang="en-US" sz="3200" b="1" dirty="0" err="1"/>
              <a:t>RST_app</a:t>
            </a:r>
            <a:r>
              <a:rPr lang="en-US" sz="3200" b="1" dirty="0"/>
              <a:t> user guide.</a:t>
            </a:r>
          </a:p>
          <a:p>
            <a:pPr lvl="1"/>
            <a:r>
              <a:rPr lang="en-US" sz="2800" dirty="0"/>
              <a:t>Tables can have extra fields.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dirty="0"/>
              <a:t>For example data: </a:t>
            </a:r>
            <a:r>
              <a:rPr lang="en-US" sz="3200" dirty="0">
                <a:hlinkClick r:id="rId3"/>
              </a:rPr>
              <a:t>https://github.com/arthurbarros-CDFW/RST_app/tree/main/data/test_data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31936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49D6C-5F23-AAA3-254E-EA43FB24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BD084F2-5783-882E-D899-A92D03157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App functions and flow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1DD647-95BB-4922-1138-B2053CA4B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1BFAF28-9674-31F2-A503-1B2C6BFA9EB8}"/>
              </a:ext>
            </a:extLst>
          </p:cNvPr>
          <p:cNvGrpSpPr/>
          <p:nvPr/>
        </p:nvGrpSpPr>
        <p:grpSpPr>
          <a:xfrm>
            <a:off x="575854" y="1360485"/>
            <a:ext cx="11421291" cy="4925956"/>
            <a:chOff x="747252" y="1327355"/>
            <a:chExt cx="11421291" cy="49259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AFB95E-8465-5D25-CC2C-95DF00038DD7}"/>
                </a:ext>
              </a:extLst>
            </p:cNvPr>
            <p:cNvSpPr/>
            <p:nvPr/>
          </p:nvSpPr>
          <p:spPr>
            <a:xfrm>
              <a:off x="747252" y="1327355"/>
              <a:ext cx="11421291" cy="49259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1056180-46C7-2AAB-739D-5D96A64551A3}"/>
                </a:ext>
              </a:extLst>
            </p:cNvPr>
            <p:cNvGrpSpPr/>
            <p:nvPr/>
          </p:nvGrpSpPr>
          <p:grpSpPr>
            <a:xfrm>
              <a:off x="865574" y="1452829"/>
              <a:ext cx="11151926" cy="4526490"/>
              <a:chOff x="865574" y="1452829"/>
              <a:chExt cx="11151926" cy="452649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5D110F2-12FD-0F6F-F1A1-CE43E82653E1}"/>
                  </a:ext>
                </a:extLst>
              </p:cNvPr>
              <p:cNvGrpSpPr/>
              <p:nvPr/>
            </p:nvGrpSpPr>
            <p:grpSpPr>
              <a:xfrm>
                <a:off x="4884176" y="1899766"/>
                <a:ext cx="1682216" cy="1179126"/>
                <a:chOff x="820748" y="1738059"/>
                <a:chExt cx="1682216" cy="1179126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B537C711-FC49-20B0-7F7F-CE0173327951}"/>
                    </a:ext>
                  </a:extLst>
                </p:cNvPr>
                <p:cNvSpPr/>
                <p:nvPr/>
              </p:nvSpPr>
              <p:spPr>
                <a:xfrm>
                  <a:off x="914400" y="1738059"/>
                  <a:ext cx="1528654" cy="117912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624400FB-4966-D3DF-B2A9-6C9836F3D36A}"/>
                    </a:ext>
                  </a:extLst>
                </p:cNvPr>
                <p:cNvGrpSpPr/>
                <p:nvPr/>
              </p:nvGrpSpPr>
              <p:grpSpPr>
                <a:xfrm>
                  <a:off x="820748" y="1787691"/>
                  <a:ext cx="1682216" cy="1129494"/>
                  <a:chOff x="622925" y="1710812"/>
                  <a:chExt cx="1682216" cy="1129494"/>
                </a:xfrm>
              </p:grpSpPr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D1030ECF-D9EC-DFA5-9005-9FBB79C0DC2B}"/>
                      </a:ext>
                    </a:extLst>
                  </p:cNvPr>
                  <p:cNvSpPr txBox="1"/>
                  <p:nvPr/>
                </p:nvSpPr>
                <p:spPr>
                  <a:xfrm>
                    <a:off x="622925" y="2470974"/>
                    <a:ext cx="1682216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 err="1"/>
                      <a:t>est_passage.R</a:t>
                    </a:r>
                    <a:endParaRPr lang="en-US" dirty="0"/>
                  </a:p>
                </p:txBody>
              </p:sp>
              <p:pic>
                <p:nvPicPr>
                  <p:cNvPr id="1026" name="Picture 2">
                    <a:extLst>
                      <a:ext uri="{FF2B5EF4-FFF2-40B4-BE49-F238E27FC236}">
                        <a16:creationId xmlns:a16="http://schemas.microsoft.com/office/drawing/2014/main" id="{196AFB0A-0EA2-8BC7-ECD8-BADFB3C3301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73623" y="1710812"/>
                    <a:ext cx="980820" cy="76016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F64EF9-07A5-7B0F-7CB8-AE4ABE98B892}"/>
                  </a:ext>
                </a:extLst>
              </p:cNvPr>
              <p:cNvSpPr txBox="1"/>
              <p:nvPr/>
            </p:nvSpPr>
            <p:spPr>
              <a:xfrm>
                <a:off x="865574" y="1452829"/>
                <a:ext cx="1731078" cy="1323439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u="sng" dirty="0"/>
                  <a:t>Data Inputs</a:t>
                </a:r>
              </a:p>
              <a:p>
                <a:r>
                  <a:rPr lang="en-US" sz="1600" dirty="0" err="1"/>
                  <a:t>catch_data</a:t>
                </a:r>
                <a:endParaRPr lang="en-US" sz="1600" dirty="0"/>
              </a:p>
              <a:p>
                <a:r>
                  <a:rPr lang="en-US" sz="1600" dirty="0" err="1"/>
                  <a:t>visit_data</a:t>
                </a:r>
                <a:endParaRPr lang="en-US" sz="1600" dirty="0"/>
              </a:p>
              <a:p>
                <a:r>
                  <a:rPr lang="en-US" sz="1600" dirty="0" err="1"/>
                  <a:t>release_data</a:t>
                </a:r>
                <a:endParaRPr lang="en-US" sz="1600" dirty="0"/>
              </a:p>
              <a:p>
                <a:r>
                  <a:rPr lang="en-US" sz="1600" dirty="0" err="1"/>
                  <a:t>recapture_data</a:t>
                </a:r>
                <a:endParaRPr lang="en-US" sz="1600" dirty="0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E2D8E6E7-479F-FE34-B14F-53FE5637BC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7245" y="1996506"/>
                <a:ext cx="2226931" cy="43841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4CC95C-BB11-AE31-622B-74A6623D944A}"/>
                  </a:ext>
                </a:extLst>
              </p:cNvPr>
              <p:cNvSpPr txBox="1"/>
              <p:nvPr/>
            </p:nvSpPr>
            <p:spPr>
              <a:xfrm>
                <a:off x="2943749" y="4227667"/>
                <a:ext cx="1408278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est_catch.R</a:t>
                </a:r>
                <a:endParaRPr lang="en-US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A56400-E96D-A5B7-9A2F-CB0347AD6A34}"/>
                  </a:ext>
                </a:extLst>
              </p:cNvPr>
              <p:cNvSpPr txBox="1"/>
              <p:nvPr/>
            </p:nvSpPr>
            <p:spPr>
              <a:xfrm>
                <a:off x="7555949" y="4213823"/>
                <a:ext cx="1588564" cy="3385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/>
                  <a:t>est_efficiency.R</a:t>
                </a:r>
                <a:endParaRPr lang="en-US" sz="16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EEA24D1-B2C4-ECEF-247D-D1E3C3B0FD1D}"/>
                  </a:ext>
                </a:extLst>
              </p:cNvPr>
              <p:cNvSpPr txBox="1"/>
              <p:nvPr/>
            </p:nvSpPr>
            <p:spPr>
              <a:xfrm>
                <a:off x="869461" y="2963397"/>
                <a:ext cx="1731078" cy="15696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u="sng" dirty="0"/>
                  <a:t>User Inputs</a:t>
                </a:r>
              </a:p>
              <a:p>
                <a:r>
                  <a:rPr lang="en-US" sz="1600" dirty="0"/>
                  <a:t>summarize.by</a:t>
                </a:r>
              </a:p>
              <a:p>
                <a:r>
                  <a:rPr lang="en-US" sz="1600" dirty="0"/>
                  <a:t>bootstrap</a:t>
                </a:r>
              </a:p>
              <a:p>
                <a:r>
                  <a:rPr lang="en-US" sz="1600" dirty="0" err="1"/>
                  <a:t>impute_all</a:t>
                </a:r>
                <a:endParaRPr lang="en-US" sz="1600" dirty="0"/>
              </a:p>
              <a:p>
                <a:r>
                  <a:rPr lang="en-US" sz="1600" dirty="0" err="1"/>
                  <a:t>survey_start</a:t>
                </a:r>
                <a:endParaRPr lang="en-US" sz="1600" dirty="0"/>
              </a:p>
              <a:p>
                <a:r>
                  <a:rPr lang="en-US" sz="1600" dirty="0" err="1"/>
                  <a:t>survey_end</a:t>
                </a:r>
                <a:endParaRPr lang="en-US" sz="1600" dirty="0"/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A1FF2BE4-9407-51CD-9B0D-0B8883DB2B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2400" y="2750675"/>
                <a:ext cx="2262381" cy="566495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7A31B61B-730C-567F-A193-23F44D3325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36043" y="3203809"/>
                <a:ext cx="867043" cy="945346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DC0FB80F-440C-57BF-55C8-97C043471AA2}"/>
                  </a:ext>
                </a:extLst>
              </p:cNvPr>
              <p:cNvSpPr txBox="1"/>
              <p:nvPr/>
            </p:nvSpPr>
            <p:spPr>
              <a:xfrm>
                <a:off x="5103086" y="4161278"/>
                <a:ext cx="1682216" cy="5078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 err="1"/>
                  <a:t>calculate_sampling_time.R</a:t>
                </a:r>
                <a:endParaRPr lang="en-US" sz="900" dirty="0"/>
              </a:p>
              <a:p>
                <a:r>
                  <a:rPr lang="en-US" sz="900" dirty="0" err="1"/>
                  <a:t>fix_dates.R</a:t>
                </a:r>
                <a:endParaRPr lang="en-US" sz="900" dirty="0"/>
              </a:p>
              <a:p>
                <a:r>
                  <a:rPr lang="en-US" sz="900" dirty="0" err="1"/>
                  <a:t>assign_batch_date.R</a:t>
                </a:r>
                <a:endParaRPr lang="en-US" sz="900" dirty="0"/>
              </a:p>
            </p:txBody>
          </p:sp>
          <p:cxnSp>
            <p:nvCxnSpPr>
              <p:cNvPr id="1050" name="Straight Arrow Connector 1049">
                <a:extLst>
                  <a:ext uri="{FF2B5EF4-FFF2-40B4-BE49-F238E27FC236}">
                    <a16:creationId xmlns:a16="http://schemas.microsoft.com/office/drawing/2014/main" id="{F6B15FE2-1A22-4B89-431F-05A455CD8E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93712" y="3243670"/>
                <a:ext cx="1157999" cy="850847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5" name="Straight Arrow Connector 1054">
                <a:extLst>
                  <a:ext uri="{FF2B5EF4-FFF2-40B4-BE49-F238E27FC236}">
                    <a16:creationId xmlns:a16="http://schemas.microsoft.com/office/drawing/2014/main" id="{A524965F-0CC9-C8F9-C056-43F46E6EC1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93716" y="4231185"/>
                <a:ext cx="663443" cy="48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0" name="Straight Arrow Connector 1059">
                <a:extLst>
                  <a:ext uri="{FF2B5EF4-FFF2-40B4-BE49-F238E27FC236}">
                    <a16:creationId xmlns:a16="http://schemas.microsoft.com/office/drawing/2014/main" id="{6540CC88-DE68-A83C-90A0-DB163BD2B8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97954" y="4383585"/>
                <a:ext cx="663443" cy="48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1" name="Straight Arrow Connector 1060">
                <a:extLst>
                  <a:ext uri="{FF2B5EF4-FFF2-40B4-BE49-F238E27FC236}">
                    <a16:creationId xmlns:a16="http://schemas.microsoft.com/office/drawing/2014/main" id="{4520C1DE-9396-4909-DE37-F4054360DE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95927" y="4550232"/>
                <a:ext cx="663443" cy="48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3" name="Straight Arrow Connector 1062">
                <a:extLst>
                  <a:ext uri="{FF2B5EF4-FFF2-40B4-BE49-F238E27FC236}">
                    <a16:creationId xmlns:a16="http://schemas.microsoft.com/office/drawing/2014/main" id="{F01DE073-C6C2-A481-00B3-74B4A9B878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38904" y="4230700"/>
                <a:ext cx="663443" cy="48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Straight Arrow Connector 1063">
                <a:extLst>
                  <a:ext uri="{FF2B5EF4-FFF2-40B4-BE49-F238E27FC236}">
                    <a16:creationId xmlns:a16="http://schemas.microsoft.com/office/drawing/2014/main" id="{138FBE94-5949-9410-F8DE-F23CC38650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43142" y="4383100"/>
                <a:ext cx="663443" cy="48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5" name="Straight Arrow Connector 1064">
                <a:extLst>
                  <a:ext uri="{FF2B5EF4-FFF2-40B4-BE49-F238E27FC236}">
                    <a16:creationId xmlns:a16="http://schemas.microsoft.com/office/drawing/2014/main" id="{CF12B479-3A66-1EE0-DB5D-7F49730250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41115" y="4549747"/>
                <a:ext cx="663443" cy="48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1" name="TextBox 1070">
                <a:extLst>
                  <a:ext uri="{FF2B5EF4-FFF2-40B4-BE49-F238E27FC236}">
                    <a16:creationId xmlns:a16="http://schemas.microsoft.com/office/drawing/2014/main" id="{6A083AD4-035C-56A8-BE8E-0DDCBA9E2C7A}"/>
                  </a:ext>
                </a:extLst>
              </p:cNvPr>
              <p:cNvSpPr txBox="1"/>
              <p:nvPr/>
            </p:nvSpPr>
            <p:spPr>
              <a:xfrm>
                <a:off x="2806780" y="5056179"/>
                <a:ext cx="1682216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model_catch.R</a:t>
                </a:r>
                <a:endParaRPr lang="en-US" dirty="0"/>
              </a:p>
            </p:txBody>
          </p:sp>
          <p:sp>
            <p:nvSpPr>
              <p:cNvPr id="1076" name="TextBox 1075">
                <a:extLst>
                  <a:ext uri="{FF2B5EF4-FFF2-40B4-BE49-F238E27FC236}">
                    <a16:creationId xmlns:a16="http://schemas.microsoft.com/office/drawing/2014/main" id="{DBDDDEFA-88A7-BD8F-F61C-85F7784D0B8C}"/>
                  </a:ext>
                </a:extLst>
              </p:cNvPr>
              <p:cNvSpPr txBox="1"/>
              <p:nvPr/>
            </p:nvSpPr>
            <p:spPr>
              <a:xfrm>
                <a:off x="7551871" y="5147385"/>
                <a:ext cx="1682216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err="1"/>
                  <a:t>model_efficiency.R</a:t>
                </a:r>
                <a:endParaRPr lang="en-US" sz="1400" dirty="0"/>
              </a:p>
            </p:txBody>
          </p:sp>
          <p:cxnSp>
            <p:nvCxnSpPr>
              <p:cNvPr id="1078" name="Straight Arrow Connector 1077">
                <a:extLst>
                  <a:ext uri="{FF2B5EF4-FFF2-40B4-BE49-F238E27FC236}">
                    <a16:creationId xmlns:a16="http://schemas.microsoft.com/office/drawing/2014/main" id="{EF2776C5-F357-F61C-E9CD-0B58B0F8B6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71724" y="4640030"/>
                <a:ext cx="0" cy="367288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Arrow Connector 1079">
                <a:extLst>
                  <a:ext uri="{FF2B5EF4-FFF2-40B4-BE49-F238E27FC236}">
                    <a16:creationId xmlns:a16="http://schemas.microsoft.com/office/drawing/2014/main" id="{0B7E15EF-23DD-BF40-3676-21292B6208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94545" y="4596999"/>
                <a:ext cx="0" cy="488831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4" name="TextBox 1083">
                <a:extLst>
                  <a:ext uri="{FF2B5EF4-FFF2-40B4-BE49-F238E27FC236}">
                    <a16:creationId xmlns:a16="http://schemas.microsoft.com/office/drawing/2014/main" id="{D01BED6D-0FC1-7191-B4BE-C9524901E489}"/>
                  </a:ext>
                </a:extLst>
              </p:cNvPr>
              <p:cNvSpPr txBox="1"/>
              <p:nvPr/>
            </p:nvSpPr>
            <p:spPr>
              <a:xfrm>
                <a:off x="8603789" y="4747276"/>
                <a:ext cx="1682216" cy="2462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 err="1"/>
                  <a:t>find_visits_near_release.R</a:t>
                </a:r>
                <a:endParaRPr lang="en-US" sz="1000" dirty="0"/>
              </a:p>
            </p:txBody>
          </p:sp>
          <p:cxnSp>
            <p:nvCxnSpPr>
              <p:cNvPr id="1086" name="Straight Arrow Connector 1085">
                <a:extLst>
                  <a:ext uri="{FF2B5EF4-FFF2-40B4-BE49-F238E27FC236}">
                    <a16:creationId xmlns:a16="http://schemas.microsoft.com/office/drawing/2014/main" id="{B8F73A6B-B9F9-144B-488C-5C18DD4DFA9D}"/>
                  </a:ext>
                </a:extLst>
              </p:cNvPr>
              <p:cNvCxnSpPr>
                <a:cxnSpLocks/>
                <a:stCxn id="1084" idx="0"/>
                <a:endCxn id="24" idx="3"/>
              </p:cNvCxnSpPr>
              <p:nvPr/>
            </p:nvCxnSpPr>
            <p:spPr>
              <a:xfrm flipH="1" flipV="1">
                <a:off x="9144513" y="4383100"/>
                <a:ext cx="300384" cy="364176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7" name="TextBox 1096">
                <a:extLst>
                  <a:ext uri="{FF2B5EF4-FFF2-40B4-BE49-F238E27FC236}">
                    <a16:creationId xmlns:a16="http://schemas.microsoft.com/office/drawing/2014/main" id="{12CB0752-F8A1-C486-F0E8-AC51EAC4E91C}"/>
                  </a:ext>
                </a:extLst>
              </p:cNvPr>
              <p:cNvSpPr txBox="1"/>
              <p:nvPr/>
            </p:nvSpPr>
            <p:spPr>
              <a:xfrm>
                <a:off x="7694545" y="3078892"/>
                <a:ext cx="1892851" cy="3385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/>
                  <a:t>passage_boot.R</a:t>
                </a:r>
                <a:endParaRPr lang="en-US" sz="1600" dirty="0"/>
              </a:p>
            </p:txBody>
          </p:sp>
          <p:cxnSp>
            <p:nvCxnSpPr>
              <p:cNvPr id="1098" name="Straight Arrow Connector 1097">
                <a:extLst>
                  <a:ext uri="{FF2B5EF4-FFF2-40B4-BE49-F238E27FC236}">
                    <a16:creationId xmlns:a16="http://schemas.microsoft.com/office/drawing/2014/main" id="{4B79FFC2-BA4C-C2BE-CC05-A3897B82E0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524839" y="2883665"/>
                <a:ext cx="1128153" cy="353943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3" name="TextBox 1102">
                <a:extLst>
                  <a:ext uri="{FF2B5EF4-FFF2-40B4-BE49-F238E27FC236}">
                    <a16:creationId xmlns:a16="http://schemas.microsoft.com/office/drawing/2014/main" id="{53AC842C-A473-DCE0-3329-23F7D98717D1}"/>
                  </a:ext>
                </a:extLst>
              </p:cNvPr>
              <p:cNvSpPr txBox="1"/>
              <p:nvPr/>
            </p:nvSpPr>
            <p:spPr>
              <a:xfrm>
                <a:off x="7897369" y="1545380"/>
                <a:ext cx="1892851" cy="132343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u="sng" dirty="0"/>
                  <a:t>Outputs</a:t>
                </a:r>
              </a:p>
              <a:p>
                <a:r>
                  <a:rPr lang="en-US" sz="1600" dirty="0" err="1"/>
                  <a:t>passage_estimates</a:t>
                </a:r>
                <a:endParaRPr lang="en-US" sz="1600" dirty="0"/>
              </a:p>
              <a:p>
                <a:r>
                  <a:rPr lang="en-US" sz="1600" dirty="0" err="1"/>
                  <a:t>efficiency_results</a:t>
                </a:r>
                <a:endParaRPr lang="en-US" sz="1600" dirty="0"/>
              </a:p>
              <a:p>
                <a:r>
                  <a:rPr lang="en-US" sz="1600" dirty="0" err="1"/>
                  <a:t>catch_results</a:t>
                </a:r>
                <a:endParaRPr lang="en-US" sz="1600" dirty="0"/>
              </a:p>
              <a:p>
                <a:r>
                  <a:rPr lang="en-US" sz="1600" dirty="0"/>
                  <a:t>summary plots</a:t>
                </a:r>
              </a:p>
            </p:txBody>
          </p:sp>
          <p:cxnSp>
            <p:nvCxnSpPr>
              <p:cNvPr id="1106" name="Straight Arrow Connector 1105">
                <a:extLst>
                  <a:ext uri="{FF2B5EF4-FFF2-40B4-BE49-F238E27FC236}">
                    <a16:creationId xmlns:a16="http://schemas.microsoft.com/office/drawing/2014/main" id="{AFF0A3B8-EBD8-FEF9-5188-91DC1BF916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55877" y="2330560"/>
                <a:ext cx="1201538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D32D64-CD6D-F599-9041-7FDB1E87E952}"/>
                  </a:ext>
                </a:extLst>
              </p:cNvPr>
              <p:cNvSpPr txBox="1"/>
              <p:nvPr/>
            </p:nvSpPr>
            <p:spPr>
              <a:xfrm>
                <a:off x="9985621" y="5640765"/>
                <a:ext cx="2031879" cy="3385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/>
                  <a:t>summarize_index.R</a:t>
                </a:r>
                <a:endParaRPr lang="en-US" sz="16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D3D82D-363B-050B-0FD5-607FF739383A}"/>
                  </a:ext>
                </a:extLst>
              </p:cNvPr>
              <p:cNvSpPr txBox="1"/>
              <p:nvPr/>
            </p:nvSpPr>
            <p:spPr>
              <a:xfrm>
                <a:off x="9790219" y="3962191"/>
                <a:ext cx="2227281" cy="3385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/>
                  <a:t>summarize_passage.R</a:t>
                </a:r>
                <a:endParaRPr lang="en-US" sz="1600" dirty="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53F0ECB-AC8B-D233-D372-0D077E3D59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42938" y="4412333"/>
                <a:ext cx="0" cy="1177360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E436D742-784D-2274-AA0E-C97173FE74AA}"/>
                  </a:ext>
                </a:extLst>
              </p:cNvPr>
              <p:cNvCxnSpPr>
                <a:cxnSpLocks/>
                <a:endCxn id="1097" idx="3"/>
              </p:cNvCxnSpPr>
              <p:nvPr/>
            </p:nvCxnSpPr>
            <p:spPr>
              <a:xfrm flipH="1" flipV="1">
                <a:off x="9587396" y="3248169"/>
                <a:ext cx="1116890" cy="664915"/>
              </a:xfrm>
              <a:prstGeom prst="straightConnector1">
                <a:avLst/>
              </a:prstGeom>
              <a:ln w="3810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1410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66EE1-8E10-B063-84C9-B4CC85FE3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93293FB-4131-EE23-96DE-4E0D8C73C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Catch model fitting (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model_catch.R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)</a:t>
            </a:r>
            <a:endParaRPr lang="en-US" b="1" dirty="0">
              <a:solidFill>
                <a:schemeClr val="accent4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02F526-F09E-BF81-A363-289D48BF0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DE56F28-41C2-1749-9964-FF799344D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7" y="1405289"/>
            <a:ext cx="11515827" cy="49955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For each trap run a loop:</a:t>
            </a:r>
          </a:p>
          <a:p>
            <a:pPr lvl="1"/>
            <a:r>
              <a:rPr lang="en-US" sz="2800" dirty="0"/>
              <a:t>Fits a Poisson GLM of catch ~ hour sampled.</a:t>
            </a:r>
          </a:p>
          <a:p>
            <a:pPr lvl="1"/>
            <a:r>
              <a:rPr lang="en-US" sz="2800" dirty="0"/>
              <a:t>If enough real catch data available, increases GLM spline “knots” until model.</a:t>
            </a:r>
          </a:p>
          <a:p>
            <a:pPr lvl="1"/>
            <a:r>
              <a:rPr lang="en-US" sz="2800" dirty="0"/>
              <a:t>Compares AIC during of each model to prior model until best fit found.</a:t>
            </a:r>
          </a:p>
          <a:p>
            <a:pPr lvl="1"/>
            <a:r>
              <a:rPr lang="en-US" sz="2800" dirty="0"/>
              <a:t>Impute missing catch data using model with best fit.</a:t>
            </a:r>
          </a:p>
        </p:txBody>
      </p:sp>
    </p:spTree>
    <p:extLst>
      <p:ext uri="{BB962C8B-B14F-4D97-AF65-F5344CB8AC3E}">
        <p14:creationId xmlns:p14="http://schemas.microsoft.com/office/powerpoint/2010/main" val="1865125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2E1FF-1E4C-8B13-1CAE-A103F2B30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hart, scatter chart&#10;&#10;AI-generated content may be incorrect.">
            <a:extLst>
              <a:ext uri="{FF2B5EF4-FFF2-40B4-BE49-F238E27FC236}">
                <a16:creationId xmlns:a16="http://schemas.microsoft.com/office/drawing/2014/main" id="{03580590-E49E-71F9-DE4F-5614C5171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94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234DF-DC13-25F6-B540-9CB6636C4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lendar&#10;&#10;AI-generated content may be incorrect.">
            <a:extLst>
              <a:ext uri="{FF2B5EF4-FFF2-40B4-BE49-F238E27FC236}">
                <a16:creationId xmlns:a16="http://schemas.microsoft.com/office/drawing/2014/main" id="{3B0973CD-FEB5-8E43-67A2-0164A71D2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04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C9374-A44F-B8EA-774E-C1851D929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14C5088-BC09-1E6F-80CD-9048A15E0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Efficiency model fitting (</a:t>
            </a:r>
            <a:r>
              <a:rPr lang="en-US" b="1" dirty="0" err="1">
                <a:solidFill>
                  <a:srgbClr val="1E718F"/>
                </a:solidFill>
                <a:latin typeface="Century Gothic" panose="020B0502020202020204" pitchFamily="34" charset="0"/>
              </a:rPr>
              <a:t>model_efficiency.R</a:t>
            </a:r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0ED1A3-B8E8-C6F2-CAE9-8F57AB91C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9F8943F2-2C1C-4778-2DFD-A8D35B5D9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7" y="1405289"/>
            <a:ext cx="11515827" cy="49955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For each trap run a loop:</a:t>
            </a:r>
          </a:p>
          <a:p>
            <a:pPr lvl="1"/>
            <a:r>
              <a:rPr lang="en-US" sz="2800" dirty="0"/>
              <a:t>If too few efficiency trials (&lt;10) uses Ratio of Means +1 to assume constant efficiency over survey period.</a:t>
            </a:r>
          </a:p>
          <a:p>
            <a:pPr lvl="1"/>
            <a:r>
              <a:rPr lang="en-US" sz="2800" dirty="0"/>
              <a:t>If enough trials available (with recatch &gt;0) fits a Binomial GLM of released/recaptured ~ day.</a:t>
            </a:r>
          </a:p>
          <a:p>
            <a:pPr lvl="1"/>
            <a:r>
              <a:rPr lang="en-US" sz="2800" dirty="0"/>
              <a:t>Increases splines until model with best fit is found.</a:t>
            </a:r>
          </a:p>
          <a:p>
            <a:pPr lvl="1"/>
            <a:r>
              <a:rPr lang="en-US" sz="2800" dirty="0"/>
              <a:t>Impute missing efficiency data using model with best fit.</a:t>
            </a:r>
          </a:p>
        </p:txBody>
      </p:sp>
    </p:spTree>
    <p:extLst>
      <p:ext uri="{BB962C8B-B14F-4D97-AF65-F5344CB8AC3E}">
        <p14:creationId xmlns:p14="http://schemas.microsoft.com/office/powerpoint/2010/main" val="1254700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D4FEC-B845-373E-5AC5-540151E30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line chart&#10;&#10;AI-generated content may be incorrect.">
            <a:extLst>
              <a:ext uri="{FF2B5EF4-FFF2-40B4-BE49-F238E27FC236}">
                <a16:creationId xmlns:a16="http://schemas.microsoft.com/office/drawing/2014/main" id="{CB9C8754-2BC3-E313-3577-092B7F625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12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725DB-2D70-6CD5-14F5-2FA4C6C30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hart&#10;&#10;AI-generated content may be incorrect.">
            <a:extLst>
              <a:ext uri="{FF2B5EF4-FFF2-40B4-BE49-F238E27FC236}">
                <a16:creationId xmlns:a16="http://schemas.microsoft.com/office/drawing/2014/main" id="{3CB7D444-4B9F-DB9F-39F6-3D0FBC1DF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587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9878-75B8-C32C-B344-EBD7E99E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F9B91B-255F-F8AE-F1F6-8A09B72CC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330324"/>
            <a:ext cx="11620504" cy="48291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Incorporating covariates (flow</a:t>
            </a:r>
            <a:r>
              <a:rPr lang="en-US" sz="3200" b="1">
                <a:solidFill>
                  <a:schemeClr val="accent4">
                    <a:lumMod val="75000"/>
                  </a:schemeClr>
                </a:solidFill>
              </a:rPr>
              <a:t>, length) </a:t>
            </a: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into efficiency model.</a:t>
            </a:r>
          </a:p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Incorporate other species/run estimates.</a:t>
            </a:r>
          </a:p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Model output reports.</a:t>
            </a:r>
          </a:p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Incorporate DARR-R.</a:t>
            </a:r>
          </a:p>
          <a:p>
            <a:pPr lvl="1"/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Darroch Analysis with Rank Reduction established by NOAA.</a:t>
            </a: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CEE11691-0263-E527-4171-C386164255B2}"/>
              </a:ext>
            </a:extLst>
          </p:cNvPr>
          <p:cNvSpPr txBox="1">
            <a:spLocks/>
          </p:cNvSpPr>
          <p:nvPr/>
        </p:nvSpPr>
        <p:spPr>
          <a:xfrm>
            <a:off x="380998" y="437908"/>
            <a:ext cx="11421291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Future updates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958B0F-FF44-1186-5003-B7D9BB3E3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32677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727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724A-A679-63F6-B34C-C46EB026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CD0B1F-CBA9-9A0D-03E1-6716D4D72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330324"/>
            <a:ext cx="11620504" cy="4829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Start with efficiency ~ flow.</a:t>
            </a:r>
          </a:p>
          <a:p>
            <a:r>
              <a:rPr lang="en-US" dirty="0">
                <a:solidFill>
                  <a:schemeClr val="accent1"/>
                </a:solidFill>
              </a:rPr>
              <a:t>Allow user option to include flow or not.</a:t>
            </a:r>
          </a:p>
          <a:p>
            <a:r>
              <a:rPr lang="en-US" dirty="0">
                <a:solidFill>
                  <a:schemeClr val="accent1"/>
                </a:solidFill>
              </a:rPr>
              <a:t>Incorporate flow data with efficiency trials.</a:t>
            </a:r>
          </a:p>
          <a:p>
            <a:r>
              <a:rPr lang="en-US" dirty="0">
                <a:solidFill>
                  <a:schemeClr val="accent1"/>
                </a:solidFill>
              </a:rPr>
              <a:t>The harder part: have functions automatically compare AIC values between: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efficiency ~ time (and all spline options)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efficiency ~ flow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efficiency ~ flow + time (and all spline options).</a:t>
            </a:r>
          </a:p>
          <a:p>
            <a:r>
              <a:rPr lang="en-US" dirty="0">
                <a:solidFill>
                  <a:schemeClr val="accent1"/>
                </a:solidFill>
              </a:rPr>
              <a:t>Other possibilities: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Efficiency ~ length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BF0AAA57-A2CD-C4DD-AABC-6DA093B31C9E}"/>
              </a:ext>
            </a:extLst>
          </p:cNvPr>
          <p:cNvSpPr txBox="1">
            <a:spLocks/>
          </p:cNvSpPr>
          <p:nvPr/>
        </p:nvSpPr>
        <p:spPr>
          <a:xfrm>
            <a:off x="380998" y="437908"/>
            <a:ext cx="11421291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Incorporating covariates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3CA1D6-29FD-3D48-521E-3C3BCE902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E9287AA-F4CE-237C-E97F-F2F5717A8B5F}"/>
              </a:ext>
            </a:extLst>
          </p:cNvPr>
          <p:cNvSpPr txBox="1">
            <a:spLocks/>
          </p:cNvSpPr>
          <p:nvPr/>
        </p:nvSpPr>
        <p:spPr>
          <a:xfrm>
            <a:off x="6286500" y="1330324"/>
            <a:ext cx="5715002" cy="482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964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36A8B-298D-BBD3-EC18-7F3A48FC3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7">
            <a:extLst>
              <a:ext uri="{FF2B5EF4-FFF2-40B4-BE49-F238E27FC236}">
                <a16:creationId xmlns:a16="http://schemas.microsoft.com/office/drawing/2014/main" id="{4B459814-C1AF-4C26-B9A2-41F972DEB6A8}"/>
              </a:ext>
            </a:extLst>
          </p:cNvPr>
          <p:cNvSpPr txBox="1">
            <a:spLocks/>
          </p:cNvSpPr>
          <p:nvPr/>
        </p:nvSpPr>
        <p:spPr>
          <a:xfrm>
            <a:off x="380998" y="437908"/>
            <a:ext cx="11421291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Next steps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B78AAA-E538-B3D3-F6EB-5F80FD9FF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EEA41F7-EB7D-6758-86FC-6C41112B03D7}"/>
              </a:ext>
            </a:extLst>
          </p:cNvPr>
          <p:cNvSpPr txBox="1">
            <a:spLocks/>
          </p:cNvSpPr>
          <p:nvPr/>
        </p:nvSpPr>
        <p:spPr>
          <a:xfrm>
            <a:off x="6286500" y="1330324"/>
            <a:ext cx="5715002" cy="482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94D39C-BD42-2FC6-24DB-BD5AE98491F6}"/>
              </a:ext>
            </a:extLst>
          </p:cNvPr>
          <p:cNvGrpSpPr/>
          <p:nvPr/>
        </p:nvGrpSpPr>
        <p:grpSpPr>
          <a:xfrm>
            <a:off x="146048" y="2513573"/>
            <a:ext cx="1835150" cy="1830854"/>
            <a:chOff x="380998" y="2582396"/>
            <a:chExt cx="1835150" cy="183085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91A33C9-1297-81BC-2B77-9768EED71E86}"/>
                </a:ext>
              </a:extLst>
            </p:cNvPr>
            <p:cNvSpPr/>
            <p:nvPr/>
          </p:nvSpPr>
          <p:spPr>
            <a:xfrm>
              <a:off x="450850" y="2582396"/>
              <a:ext cx="1682750" cy="183085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 descr="Clipboard with solid fill">
              <a:extLst>
                <a:ext uri="{FF2B5EF4-FFF2-40B4-BE49-F238E27FC236}">
                  <a16:creationId xmlns:a16="http://schemas.microsoft.com/office/drawing/2014/main" id="{D24E85B6-44C1-546F-3B89-75A6306111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80998" y="3287711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Clipboard outline">
              <a:extLst>
                <a:ext uri="{FF2B5EF4-FFF2-40B4-BE49-F238E27FC236}">
                  <a16:creationId xmlns:a16="http://schemas.microsoft.com/office/drawing/2014/main" id="{E5A39B12-1955-52A8-3EE5-89873C7A97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01748" y="3287711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1C51E8-E7F0-FB51-1262-EFC071285493}"/>
                </a:ext>
              </a:extLst>
            </p:cNvPr>
            <p:cNvSpPr txBox="1"/>
            <p:nvPr/>
          </p:nvSpPr>
          <p:spPr>
            <a:xfrm>
              <a:off x="565150" y="2589869"/>
              <a:ext cx="14541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replicate CAMPR package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85645AE-A684-82FD-302D-8660289EC1CB}"/>
                </a:ext>
              </a:extLst>
            </p:cNvPr>
            <p:cNvCxnSpPr/>
            <p:nvPr/>
          </p:nvCxnSpPr>
          <p:spPr>
            <a:xfrm>
              <a:off x="1149350" y="3744911"/>
              <a:ext cx="3175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23F43C4-A358-7DEA-4E2B-85EA90CAE908}"/>
              </a:ext>
            </a:extLst>
          </p:cNvPr>
          <p:cNvGrpSpPr/>
          <p:nvPr/>
        </p:nvGrpSpPr>
        <p:grpSpPr>
          <a:xfrm>
            <a:off x="4193678" y="2513573"/>
            <a:ext cx="1682750" cy="1830854"/>
            <a:chOff x="6762750" y="2500407"/>
            <a:chExt cx="1682750" cy="183085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EC21A07-6858-146F-330A-7389F74ADBEF}"/>
                </a:ext>
              </a:extLst>
            </p:cNvPr>
            <p:cNvGrpSpPr/>
            <p:nvPr/>
          </p:nvGrpSpPr>
          <p:grpSpPr>
            <a:xfrm>
              <a:off x="6762750" y="2500407"/>
              <a:ext cx="1682750" cy="1830854"/>
              <a:chOff x="450850" y="2582396"/>
              <a:chExt cx="1682750" cy="1830854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C5F1AC14-6F70-4DB7-2941-399C039F3FD2}"/>
                  </a:ext>
                </a:extLst>
              </p:cNvPr>
              <p:cNvSpPr/>
              <p:nvPr/>
            </p:nvSpPr>
            <p:spPr>
              <a:xfrm>
                <a:off x="450850" y="2582396"/>
                <a:ext cx="1682750" cy="1830854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880B41-53D3-2211-5A5D-ACBAA6AEF66F}"/>
                  </a:ext>
                </a:extLst>
              </p:cNvPr>
              <p:cNvSpPr txBox="1"/>
              <p:nvPr/>
            </p:nvSpPr>
            <p:spPr>
              <a:xfrm>
                <a:off x="565150" y="2589869"/>
                <a:ext cx="14541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Shiny application</a:t>
                </a:r>
              </a:p>
            </p:txBody>
          </p:sp>
        </p:grpSp>
        <p:pic>
          <p:nvPicPr>
            <p:cNvPr id="16" name="Graphic 15" descr="Packing Box Open with solid fill">
              <a:extLst>
                <a:ext uri="{FF2B5EF4-FFF2-40B4-BE49-F238E27FC236}">
                  <a16:creationId xmlns:a16="http://schemas.microsoft.com/office/drawing/2014/main" id="{3D6AC14D-65C3-15D3-EC1D-E13ADE5958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46925" y="3205722"/>
              <a:ext cx="914400" cy="914400"/>
            </a:xfrm>
            <a:prstGeom prst="rect">
              <a:avLst/>
            </a:prstGeom>
          </p:spPr>
        </p:pic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9259AD3-A45B-7D7B-9702-F6DA5235DD90}"/>
              </a:ext>
            </a:extLst>
          </p:cNvPr>
          <p:cNvCxnSpPr>
            <a:cxnSpLocks/>
          </p:cNvCxnSpPr>
          <p:nvPr/>
        </p:nvCxnSpPr>
        <p:spPr>
          <a:xfrm>
            <a:off x="1944370" y="3469078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CD6E59-D512-2685-50D6-8C88C49A8CEE}"/>
              </a:ext>
            </a:extLst>
          </p:cNvPr>
          <p:cNvGrpSpPr/>
          <p:nvPr/>
        </p:nvGrpSpPr>
        <p:grpSpPr>
          <a:xfrm>
            <a:off x="6178550" y="2513573"/>
            <a:ext cx="1682750" cy="1830854"/>
            <a:chOff x="4603750" y="2493961"/>
            <a:chExt cx="1682750" cy="183085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2F945B9-54B4-E673-8239-21217EF5B895}"/>
                </a:ext>
              </a:extLst>
            </p:cNvPr>
            <p:cNvGrpSpPr/>
            <p:nvPr/>
          </p:nvGrpSpPr>
          <p:grpSpPr>
            <a:xfrm>
              <a:off x="4603750" y="2493961"/>
              <a:ext cx="1682750" cy="1830854"/>
              <a:chOff x="450850" y="2582396"/>
              <a:chExt cx="1682750" cy="1830854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856E23D8-FE02-70AD-2ED1-C6A29D54F7F3}"/>
                  </a:ext>
                </a:extLst>
              </p:cNvPr>
              <p:cNvSpPr/>
              <p:nvPr/>
            </p:nvSpPr>
            <p:spPr>
              <a:xfrm>
                <a:off x="450850" y="2582396"/>
                <a:ext cx="1682750" cy="1830854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0FEF71A-D497-2096-FBF1-DFE6B455D68B}"/>
                  </a:ext>
                </a:extLst>
              </p:cNvPr>
              <p:cNvSpPr txBox="1"/>
              <p:nvPr/>
            </p:nvSpPr>
            <p:spPr>
              <a:xfrm>
                <a:off x="565150" y="2589869"/>
                <a:ext cx="14541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Detailed documentation</a:t>
                </a:r>
              </a:p>
            </p:txBody>
          </p:sp>
        </p:grpSp>
        <p:pic>
          <p:nvPicPr>
            <p:cNvPr id="22" name="Graphic 21" descr="List with solid fill">
              <a:extLst>
                <a:ext uri="{FF2B5EF4-FFF2-40B4-BE49-F238E27FC236}">
                  <a16:creationId xmlns:a16="http://schemas.microsoft.com/office/drawing/2014/main" id="{E5453045-93BB-7CA5-A89A-3A537902C8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87925" y="3217534"/>
              <a:ext cx="914400" cy="9144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D82E8D3-A52E-BB75-A009-37B32DF90894}"/>
              </a:ext>
            </a:extLst>
          </p:cNvPr>
          <p:cNvGrpSpPr/>
          <p:nvPr/>
        </p:nvGrpSpPr>
        <p:grpSpPr>
          <a:xfrm>
            <a:off x="2200275" y="2514791"/>
            <a:ext cx="1682750" cy="1830854"/>
            <a:chOff x="2444750" y="2513573"/>
            <a:chExt cx="1682750" cy="183085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79352E7-6079-8D3A-D65C-922B0AEC37F3}"/>
                </a:ext>
              </a:extLst>
            </p:cNvPr>
            <p:cNvGrpSpPr/>
            <p:nvPr/>
          </p:nvGrpSpPr>
          <p:grpSpPr>
            <a:xfrm>
              <a:off x="2444750" y="2513573"/>
              <a:ext cx="1682750" cy="1830854"/>
              <a:chOff x="450850" y="2582396"/>
              <a:chExt cx="1682750" cy="1830854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36C71679-3BD8-F4CB-E494-8F304A00719B}"/>
                  </a:ext>
                </a:extLst>
              </p:cNvPr>
              <p:cNvSpPr/>
              <p:nvPr/>
            </p:nvSpPr>
            <p:spPr>
              <a:xfrm>
                <a:off x="450850" y="2582396"/>
                <a:ext cx="1682750" cy="183085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C242F8-BE39-8E18-33FD-8DFB2A34F157}"/>
                  </a:ext>
                </a:extLst>
              </p:cNvPr>
              <p:cNvSpPr txBox="1"/>
              <p:nvPr/>
            </p:nvSpPr>
            <p:spPr>
              <a:xfrm>
                <a:off x="565150" y="2589869"/>
                <a:ext cx="145415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Testing with real and simulated data</a:t>
                </a:r>
              </a:p>
            </p:txBody>
          </p:sp>
        </p:grpSp>
        <p:pic>
          <p:nvPicPr>
            <p:cNvPr id="27" name="Graphic 26" descr="Statistics with solid fill">
              <a:extLst>
                <a:ext uri="{FF2B5EF4-FFF2-40B4-BE49-F238E27FC236}">
                  <a16:creationId xmlns:a16="http://schemas.microsoft.com/office/drawing/2014/main" id="{B69A228C-6C7F-0317-E764-102B18A926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25750" y="3204834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834FA38-4EA0-096F-8FC0-FEDCC8F46176}"/>
              </a:ext>
            </a:extLst>
          </p:cNvPr>
          <p:cNvGrpSpPr/>
          <p:nvPr/>
        </p:nvGrpSpPr>
        <p:grpSpPr>
          <a:xfrm>
            <a:off x="8156575" y="2521046"/>
            <a:ext cx="1682750" cy="1830854"/>
            <a:chOff x="450850" y="2582396"/>
            <a:chExt cx="1682750" cy="183085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B70B1DA-E074-ADBB-B6B1-FD9DFB46B4BD}"/>
                </a:ext>
              </a:extLst>
            </p:cNvPr>
            <p:cNvSpPr/>
            <p:nvPr/>
          </p:nvSpPr>
          <p:spPr>
            <a:xfrm>
              <a:off x="450850" y="2582396"/>
              <a:ext cx="1682750" cy="1830854"/>
            </a:xfrm>
            <a:prstGeom prst="roundRect">
              <a:avLst/>
            </a:prstGeom>
            <a:solidFill>
              <a:srgbClr val="F7F2C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57502EF-4434-A3C6-C527-B07F270A2716}"/>
                </a:ext>
              </a:extLst>
            </p:cNvPr>
            <p:cNvSpPr txBox="1"/>
            <p:nvPr/>
          </p:nvSpPr>
          <p:spPr>
            <a:xfrm>
              <a:off x="565150" y="2589869"/>
              <a:ext cx="145415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Initial rollout and user feedback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FA6D8F6-E4C3-2214-5F2A-5AF677D9B477}"/>
              </a:ext>
            </a:extLst>
          </p:cNvPr>
          <p:cNvGrpSpPr/>
          <p:nvPr/>
        </p:nvGrpSpPr>
        <p:grpSpPr>
          <a:xfrm>
            <a:off x="10140950" y="2513573"/>
            <a:ext cx="1682750" cy="1830854"/>
            <a:chOff x="450850" y="2582396"/>
            <a:chExt cx="1682750" cy="1830854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8ACE7D2-5733-8E81-737D-B386B3012D7F}"/>
                </a:ext>
              </a:extLst>
            </p:cNvPr>
            <p:cNvSpPr/>
            <p:nvPr/>
          </p:nvSpPr>
          <p:spPr>
            <a:xfrm>
              <a:off x="450850" y="2582396"/>
              <a:ext cx="1682750" cy="1830854"/>
            </a:xfrm>
            <a:prstGeom prst="roundRect">
              <a:avLst/>
            </a:prstGeom>
            <a:solidFill>
              <a:srgbClr val="D3EAE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911BEE2-9A7C-82CA-4D91-4AF67672A2B6}"/>
                </a:ext>
              </a:extLst>
            </p:cNvPr>
            <p:cNvSpPr txBox="1"/>
            <p:nvPr/>
          </p:nvSpPr>
          <p:spPr>
            <a:xfrm>
              <a:off x="565150" y="2589869"/>
              <a:ext cx="145415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Continued support and future updates</a:t>
              </a:r>
            </a:p>
          </p:txBody>
        </p:sp>
      </p:grpSp>
      <p:pic>
        <p:nvPicPr>
          <p:cNvPr id="36" name="Graphic 35" descr="Upload outline">
            <a:extLst>
              <a:ext uri="{FF2B5EF4-FFF2-40B4-BE49-F238E27FC236}">
                <a16:creationId xmlns:a16="http://schemas.microsoft.com/office/drawing/2014/main" id="{0B4CA4D0-C87D-EB17-2E0A-8463CB5A36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5200" y="3206614"/>
            <a:ext cx="914400" cy="914400"/>
          </a:xfrm>
          <a:prstGeom prst="rect">
            <a:avLst/>
          </a:prstGeom>
        </p:spPr>
      </p:pic>
      <p:pic>
        <p:nvPicPr>
          <p:cNvPr id="37" name="Graphic 36" descr="Syncing cloud outline">
            <a:extLst>
              <a:ext uri="{FF2B5EF4-FFF2-40B4-BE49-F238E27FC236}">
                <a16:creationId xmlns:a16="http://schemas.microsoft.com/office/drawing/2014/main" id="{74383CAF-C81C-7CFD-7E21-DC8AFF410D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25125" y="3152477"/>
            <a:ext cx="914400" cy="9144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CABAE88-9305-E1DB-4D68-3DCEFDC954D6}"/>
              </a:ext>
            </a:extLst>
          </p:cNvPr>
          <p:cNvCxnSpPr>
            <a:cxnSpLocks/>
          </p:cNvCxnSpPr>
          <p:nvPr/>
        </p:nvCxnSpPr>
        <p:spPr>
          <a:xfrm>
            <a:off x="3920490" y="3444240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34A7861-BB38-C7CF-454A-F971E60B5636}"/>
              </a:ext>
            </a:extLst>
          </p:cNvPr>
          <p:cNvCxnSpPr>
            <a:cxnSpLocks/>
          </p:cNvCxnSpPr>
          <p:nvPr/>
        </p:nvCxnSpPr>
        <p:spPr>
          <a:xfrm>
            <a:off x="5927090" y="3453838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6C9D3FC-1A33-609A-936E-EA558A6F11D3}"/>
              </a:ext>
            </a:extLst>
          </p:cNvPr>
          <p:cNvCxnSpPr>
            <a:cxnSpLocks/>
          </p:cNvCxnSpPr>
          <p:nvPr/>
        </p:nvCxnSpPr>
        <p:spPr>
          <a:xfrm>
            <a:off x="7903210" y="3429000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FAD5689-5C90-2624-8F9E-C947089EE1DA}"/>
              </a:ext>
            </a:extLst>
          </p:cNvPr>
          <p:cNvCxnSpPr>
            <a:cxnSpLocks/>
          </p:cNvCxnSpPr>
          <p:nvPr/>
        </p:nvCxnSpPr>
        <p:spPr>
          <a:xfrm>
            <a:off x="9889490" y="3444240"/>
            <a:ext cx="212725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7FA6761-FF7E-2632-042E-D9E486769F3C}"/>
              </a:ext>
            </a:extLst>
          </p:cNvPr>
          <p:cNvCxnSpPr/>
          <p:nvPr/>
        </p:nvCxnSpPr>
        <p:spPr>
          <a:xfrm>
            <a:off x="9037255" y="1198320"/>
            <a:ext cx="0" cy="126402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053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720</Words>
  <Application>Microsoft Office PowerPoint</Application>
  <PresentationFormat>Widescreen</PresentationFormat>
  <Paragraphs>116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Century Gothic</vt:lpstr>
      <vt:lpstr>Office Theme</vt:lpstr>
      <vt:lpstr>Rotary screw trap Passage Estimation “RST_app”</vt:lpstr>
      <vt:lpstr>Outline</vt:lpstr>
      <vt:lpstr>Why a new application?</vt:lpstr>
      <vt:lpstr>Why a new application?</vt:lpstr>
      <vt:lpstr>Demo application</vt:lpstr>
      <vt:lpstr>Data inputs and formatting</vt:lpstr>
      <vt:lpstr>App functions and flow</vt:lpstr>
      <vt:lpstr>Catch model fitting (model_catch.R)</vt:lpstr>
      <vt:lpstr>PowerPoint Presentation</vt:lpstr>
      <vt:lpstr>PowerPoint Presentation</vt:lpstr>
      <vt:lpstr>Efficiency model fitting (model_efficiency.R)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Barros, Arthur@Wildlife</dc:creator>
  <cp:lastModifiedBy>Barros, Arthur@Wildlife</cp:lastModifiedBy>
  <cp:revision>1</cp:revision>
  <dcterms:created xsi:type="dcterms:W3CDTF">2026-06-22T14:57:43Z</dcterms:created>
  <dcterms:modified xsi:type="dcterms:W3CDTF">2026-07-21T14:24:48Z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f5e96a0-ae28-4333-a0c5-db7fb08f6c69_Enabled">
    <vt:lpwstr>true</vt:lpwstr>
  </property>
  <property fmtid="{D5CDD505-2E9C-101B-9397-08002B2CF9AE}" pid="3" name="MSIP_Label_6f5e96a0-ae28-4333-a0c5-db7fb08f6c69_SetDate">
    <vt:lpwstr>2026-06-24T21:36:43Z</vt:lpwstr>
  </property>
  <property fmtid="{D5CDD505-2E9C-101B-9397-08002B2CF9AE}" pid="4" name="MSIP_Label_6f5e96a0-ae28-4333-a0c5-db7fb08f6c69_Method">
    <vt:lpwstr>Standard</vt:lpwstr>
  </property>
  <property fmtid="{D5CDD505-2E9C-101B-9397-08002B2CF9AE}" pid="5" name="MSIP_Label_6f5e96a0-ae28-4333-a0c5-db7fb08f6c69_Name">
    <vt:lpwstr>defa4170-0d19-0005-0004-bc88714345d2</vt:lpwstr>
  </property>
  <property fmtid="{D5CDD505-2E9C-101B-9397-08002B2CF9AE}" pid="6" name="MSIP_Label_6f5e96a0-ae28-4333-a0c5-db7fb08f6c69_SiteId">
    <vt:lpwstr>4b633c25-efbf-4006-9f15-07442ba7aa0b</vt:lpwstr>
  </property>
  <property fmtid="{D5CDD505-2E9C-101B-9397-08002B2CF9AE}" pid="7" name="MSIP_Label_6f5e96a0-ae28-4333-a0c5-db7fb08f6c69_ActionId">
    <vt:lpwstr>c83f4618-13fd-4b29-a0a0-8e71f599b2d0</vt:lpwstr>
  </property>
  <property fmtid="{D5CDD505-2E9C-101B-9397-08002B2CF9AE}" pid="8" name="MSIP_Label_6f5e96a0-ae28-4333-a0c5-db7fb08f6c69_ContentBits">
    <vt:lpwstr>0</vt:lpwstr>
  </property>
  <property fmtid="{D5CDD505-2E9C-101B-9397-08002B2CF9AE}" pid="9" name="MSIP_Label_6f5e96a0-ae28-4333-a0c5-db7fb08f6c69_Tag">
    <vt:lpwstr>10, 3, 0, 1</vt:lpwstr>
  </property>
</Properties>
</file>